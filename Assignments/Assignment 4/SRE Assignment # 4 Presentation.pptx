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342" r:id="rId6"/>
    <p:sldId id="359" r:id="rId7"/>
    <p:sldId id="373" r:id="rId8"/>
    <p:sldId id="382" r:id="rId9"/>
    <p:sldId id="383" r:id="rId10"/>
    <p:sldId id="384" r:id="rId11"/>
    <p:sldId id="385" r:id="rId12"/>
    <p:sldId id="386" r:id="rId13"/>
    <p:sldId id="387" r:id="rId14"/>
    <p:sldId id="388" r:id="rId15"/>
    <p:sldId id="400" r:id="rId16"/>
    <p:sldId id="401" r:id="rId17"/>
    <p:sldId id="402" r:id="rId18"/>
    <p:sldId id="403" r:id="rId19"/>
    <p:sldId id="404" r:id="rId20"/>
    <p:sldId id="405" r:id="rId21"/>
    <p:sldId id="3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75182-BA07-4836-BC7D-427B275E9022}" v="93" dt="2024-12-21T16:22:26.031"/>
    <p1510:client id="{919745C6-D751-4B80-B5A0-A0615574437D}" v="13" dt="2024-12-21T18:12:15.452"/>
  </p1510:revLst>
</p1510:revInfo>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67" autoAdjust="0"/>
    <p:restoredTop sz="95388" autoAdjust="0"/>
  </p:normalViewPr>
  <p:slideViewPr>
    <p:cSldViewPr snapToGrid="0" snapToObjects="1" showGuides="1">
      <p:cViewPr varScale="1">
        <p:scale>
          <a:sx n="59" d="100"/>
          <a:sy n="59" d="100"/>
        </p:scale>
        <p:origin x="848"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her saeed" userId="750608fc525d3c47" providerId="LiveId" clId="{919745C6-D751-4B80-B5A0-A0615574437D}"/>
    <pc:docChg chg="undo custSel delSld modSld">
      <pc:chgData name="muther saeed" userId="750608fc525d3c47" providerId="LiveId" clId="{919745C6-D751-4B80-B5A0-A0615574437D}" dt="2024-12-21T18:31:14.295" v="1358" actId="20577"/>
      <pc:docMkLst>
        <pc:docMk/>
      </pc:docMkLst>
      <pc:sldChg chg="modSp mod">
        <pc:chgData name="muther saeed" userId="750608fc525d3c47" providerId="LiveId" clId="{919745C6-D751-4B80-B5A0-A0615574437D}" dt="2024-12-21T17:42:31.961" v="14" actId="207"/>
        <pc:sldMkLst>
          <pc:docMk/>
          <pc:sldMk cId="921171509" sldId="384"/>
        </pc:sldMkLst>
        <pc:spChg chg="mod">
          <ac:chgData name="muther saeed" userId="750608fc525d3c47" providerId="LiveId" clId="{919745C6-D751-4B80-B5A0-A0615574437D}" dt="2024-12-21T17:42:31.961" v="14" actId="207"/>
          <ac:spMkLst>
            <pc:docMk/>
            <pc:sldMk cId="921171509" sldId="384"/>
            <ac:spMk id="4" creationId="{C02F8E09-F8EF-3D7C-FA49-B4AC807D49EA}"/>
          </ac:spMkLst>
        </pc:spChg>
      </pc:sldChg>
      <pc:sldChg chg="modSp mod">
        <pc:chgData name="muther saeed" userId="750608fc525d3c47" providerId="LiveId" clId="{919745C6-D751-4B80-B5A0-A0615574437D}" dt="2024-12-21T17:52:28.180" v="500" actId="2710"/>
        <pc:sldMkLst>
          <pc:docMk/>
          <pc:sldMk cId="141928056" sldId="386"/>
        </pc:sldMkLst>
        <pc:spChg chg="mod">
          <ac:chgData name="muther saeed" userId="750608fc525d3c47" providerId="LiveId" clId="{919745C6-D751-4B80-B5A0-A0615574437D}" dt="2024-12-21T17:52:28.180" v="500" actId="2710"/>
          <ac:spMkLst>
            <pc:docMk/>
            <pc:sldMk cId="141928056" sldId="386"/>
            <ac:spMk id="4" creationId="{F6A0B2BA-3143-CA59-96DA-014B95ECD00D}"/>
          </ac:spMkLst>
        </pc:spChg>
      </pc:sldChg>
      <pc:sldChg chg="modSp mod">
        <pc:chgData name="muther saeed" userId="750608fc525d3c47" providerId="LiveId" clId="{919745C6-D751-4B80-B5A0-A0615574437D}" dt="2024-12-21T17:52:15.575" v="499" actId="207"/>
        <pc:sldMkLst>
          <pc:docMk/>
          <pc:sldMk cId="707502140" sldId="387"/>
        </pc:sldMkLst>
        <pc:spChg chg="mod">
          <ac:chgData name="muther saeed" userId="750608fc525d3c47" providerId="LiveId" clId="{919745C6-D751-4B80-B5A0-A0615574437D}" dt="2024-12-21T17:52:15.575" v="499" actId="207"/>
          <ac:spMkLst>
            <pc:docMk/>
            <pc:sldMk cId="707502140" sldId="387"/>
            <ac:spMk id="4" creationId="{7C70C0ED-FE7F-A9FE-DCDE-43CD8403BA6D}"/>
          </ac:spMkLst>
        </pc:spChg>
      </pc:sldChg>
      <pc:sldChg chg="addSp delSp modSp mod">
        <pc:chgData name="muther saeed" userId="750608fc525d3c47" providerId="LiveId" clId="{919745C6-D751-4B80-B5A0-A0615574437D}" dt="2024-12-21T18:12:29.046" v="1094" actId="207"/>
        <pc:sldMkLst>
          <pc:docMk/>
          <pc:sldMk cId="3561354981" sldId="388"/>
        </pc:sldMkLst>
        <pc:spChg chg="mod">
          <ac:chgData name="muther saeed" userId="750608fc525d3c47" providerId="LiveId" clId="{919745C6-D751-4B80-B5A0-A0615574437D}" dt="2024-12-21T18:03:49.334" v="790" actId="14100"/>
          <ac:spMkLst>
            <pc:docMk/>
            <pc:sldMk cId="3561354981" sldId="388"/>
            <ac:spMk id="2" creationId="{C1434576-8F81-44A9-E756-767626980BF8}"/>
          </ac:spMkLst>
        </pc:spChg>
        <pc:spChg chg="del mod">
          <ac:chgData name="muther saeed" userId="750608fc525d3c47" providerId="LiveId" clId="{919745C6-D751-4B80-B5A0-A0615574437D}" dt="2024-12-21T18:03:25.805" v="787" actId="21"/>
          <ac:spMkLst>
            <pc:docMk/>
            <pc:sldMk cId="3561354981" sldId="388"/>
            <ac:spMk id="4" creationId="{070F3FBC-DE02-3D0C-63FB-6397A9E40095}"/>
          </ac:spMkLst>
        </pc:spChg>
        <pc:spChg chg="add mod">
          <ac:chgData name="muther saeed" userId="750608fc525d3c47" providerId="LiveId" clId="{919745C6-D751-4B80-B5A0-A0615574437D}" dt="2024-12-21T18:09:27.090" v="986"/>
          <ac:spMkLst>
            <pc:docMk/>
            <pc:sldMk cId="3561354981" sldId="388"/>
            <ac:spMk id="5" creationId="{4E1C29DD-C8D3-9104-1F97-9151DE5BFAE6}"/>
          </ac:spMkLst>
        </pc:spChg>
        <pc:spChg chg="add mod">
          <ac:chgData name="muther saeed" userId="750608fc525d3c47" providerId="LiveId" clId="{919745C6-D751-4B80-B5A0-A0615574437D}" dt="2024-12-21T18:12:29.046" v="1094" actId="207"/>
          <ac:spMkLst>
            <pc:docMk/>
            <pc:sldMk cId="3561354981" sldId="388"/>
            <ac:spMk id="6" creationId="{18EB897F-D399-F58B-A57C-0C83CBB6DBED}"/>
          </ac:spMkLst>
        </pc:spChg>
        <pc:spChg chg="mod">
          <ac:chgData name="muther saeed" userId="750608fc525d3c47" providerId="LiveId" clId="{919745C6-D751-4B80-B5A0-A0615574437D}" dt="2024-12-21T18:11:18.434" v="1090" actId="207"/>
          <ac:spMkLst>
            <pc:docMk/>
            <pc:sldMk cId="3561354981" sldId="388"/>
            <ac:spMk id="8" creationId="{2998F7D6-6602-6859-15F9-937FBAEE7502}"/>
          </ac:spMkLst>
        </pc:spChg>
      </pc:sldChg>
      <pc:sldChg chg="del">
        <pc:chgData name="muther saeed" userId="750608fc525d3c47" providerId="LiveId" clId="{919745C6-D751-4B80-B5A0-A0615574437D}" dt="2024-12-21T18:08:36.836" v="975" actId="2696"/>
        <pc:sldMkLst>
          <pc:docMk/>
          <pc:sldMk cId="1073435060" sldId="389"/>
        </pc:sldMkLst>
      </pc:sldChg>
      <pc:sldChg chg="del">
        <pc:chgData name="muther saeed" userId="750608fc525d3c47" providerId="LiveId" clId="{919745C6-D751-4B80-B5A0-A0615574437D}" dt="2024-12-21T18:08:40.244" v="976" actId="2696"/>
        <pc:sldMkLst>
          <pc:docMk/>
          <pc:sldMk cId="3037808009" sldId="390"/>
        </pc:sldMkLst>
      </pc:sldChg>
      <pc:sldChg chg="del">
        <pc:chgData name="muther saeed" userId="750608fc525d3c47" providerId="LiveId" clId="{919745C6-D751-4B80-B5A0-A0615574437D}" dt="2024-12-21T18:08:44.394" v="977" actId="2696"/>
        <pc:sldMkLst>
          <pc:docMk/>
          <pc:sldMk cId="3632914330" sldId="391"/>
        </pc:sldMkLst>
      </pc:sldChg>
      <pc:sldChg chg="del">
        <pc:chgData name="muther saeed" userId="750608fc525d3c47" providerId="LiveId" clId="{919745C6-D751-4B80-B5A0-A0615574437D}" dt="2024-12-21T18:08:46.648" v="978" actId="2696"/>
        <pc:sldMkLst>
          <pc:docMk/>
          <pc:sldMk cId="3443451610" sldId="392"/>
        </pc:sldMkLst>
      </pc:sldChg>
      <pc:sldChg chg="del">
        <pc:chgData name="muther saeed" userId="750608fc525d3c47" providerId="LiveId" clId="{919745C6-D751-4B80-B5A0-A0615574437D}" dt="2024-12-21T18:08:49.888" v="979" actId="2696"/>
        <pc:sldMkLst>
          <pc:docMk/>
          <pc:sldMk cId="999552246" sldId="393"/>
        </pc:sldMkLst>
      </pc:sldChg>
      <pc:sldChg chg="del">
        <pc:chgData name="muther saeed" userId="750608fc525d3c47" providerId="LiveId" clId="{919745C6-D751-4B80-B5A0-A0615574437D}" dt="2024-12-21T18:08:52.578" v="980" actId="2696"/>
        <pc:sldMkLst>
          <pc:docMk/>
          <pc:sldMk cId="3352732333" sldId="394"/>
        </pc:sldMkLst>
      </pc:sldChg>
      <pc:sldChg chg="del">
        <pc:chgData name="muther saeed" userId="750608fc525d3c47" providerId="LiveId" clId="{919745C6-D751-4B80-B5A0-A0615574437D}" dt="2024-12-21T18:08:54.881" v="981" actId="2696"/>
        <pc:sldMkLst>
          <pc:docMk/>
          <pc:sldMk cId="1489753566" sldId="395"/>
        </pc:sldMkLst>
      </pc:sldChg>
      <pc:sldChg chg="del">
        <pc:chgData name="muther saeed" userId="750608fc525d3c47" providerId="LiveId" clId="{919745C6-D751-4B80-B5A0-A0615574437D}" dt="2024-12-21T18:08:57.017" v="982" actId="2696"/>
        <pc:sldMkLst>
          <pc:docMk/>
          <pc:sldMk cId="517252181" sldId="396"/>
        </pc:sldMkLst>
      </pc:sldChg>
      <pc:sldChg chg="del">
        <pc:chgData name="muther saeed" userId="750608fc525d3c47" providerId="LiveId" clId="{919745C6-D751-4B80-B5A0-A0615574437D}" dt="2024-12-21T18:09:00.207" v="983" actId="2696"/>
        <pc:sldMkLst>
          <pc:docMk/>
          <pc:sldMk cId="3118473681" sldId="397"/>
        </pc:sldMkLst>
      </pc:sldChg>
      <pc:sldChg chg="del">
        <pc:chgData name="muther saeed" userId="750608fc525d3c47" providerId="LiveId" clId="{919745C6-D751-4B80-B5A0-A0615574437D}" dt="2024-12-21T18:09:02.758" v="984" actId="2696"/>
        <pc:sldMkLst>
          <pc:docMk/>
          <pc:sldMk cId="1408327965" sldId="398"/>
        </pc:sldMkLst>
      </pc:sldChg>
      <pc:sldChg chg="delSp del mod">
        <pc:chgData name="muther saeed" userId="750608fc525d3c47" providerId="LiveId" clId="{919745C6-D751-4B80-B5A0-A0615574437D}" dt="2024-12-21T18:13:21.137" v="1095" actId="2696"/>
        <pc:sldMkLst>
          <pc:docMk/>
          <pc:sldMk cId="420562449" sldId="399"/>
        </pc:sldMkLst>
        <pc:spChg chg="del">
          <ac:chgData name="muther saeed" userId="750608fc525d3c47" providerId="LiveId" clId="{919745C6-D751-4B80-B5A0-A0615574437D}" dt="2024-12-21T18:09:21.446" v="985" actId="21"/>
          <ac:spMkLst>
            <pc:docMk/>
            <pc:sldMk cId="420562449" sldId="399"/>
            <ac:spMk id="5" creationId="{135090C8-D593-59F8-D73D-017CAE9D27A7}"/>
          </ac:spMkLst>
        </pc:spChg>
        <pc:spChg chg="del">
          <ac:chgData name="muther saeed" userId="750608fc525d3c47" providerId="LiveId" clId="{919745C6-D751-4B80-B5A0-A0615574437D}" dt="2024-12-21T18:09:34.995" v="987" actId="21"/>
          <ac:spMkLst>
            <pc:docMk/>
            <pc:sldMk cId="420562449" sldId="399"/>
            <ac:spMk id="6" creationId="{03DF4FCC-2C8A-8EB2-259E-06468AC2D58A}"/>
          </ac:spMkLst>
        </pc:spChg>
      </pc:sldChg>
      <pc:sldChg chg="modSp mod">
        <pc:chgData name="muther saeed" userId="750608fc525d3c47" providerId="LiveId" clId="{919745C6-D751-4B80-B5A0-A0615574437D}" dt="2024-12-21T18:31:14.295" v="1358" actId="20577"/>
        <pc:sldMkLst>
          <pc:docMk/>
          <pc:sldMk cId="3366669348" sldId="400"/>
        </pc:sldMkLst>
        <pc:spChg chg="mod">
          <ac:chgData name="muther saeed" userId="750608fc525d3c47" providerId="LiveId" clId="{919745C6-D751-4B80-B5A0-A0615574437D}" dt="2024-12-21T18:31:14.295" v="1358" actId="20577"/>
          <ac:spMkLst>
            <pc:docMk/>
            <pc:sldMk cId="3366669348" sldId="400"/>
            <ac:spMk id="4" creationId="{A4984D70-E74E-716D-FDF1-1E1C8BFAE616}"/>
          </ac:spMkLst>
        </pc:spChg>
      </pc:sldChg>
      <pc:sldChg chg="modSp mod">
        <pc:chgData name="muther saeed" userId="750608fc525d3c47" providerId="LiveId" clId="{919745C6-D751-4B80-B5A0-A0615574437D}" dt="2024-12-21T18:19:16.253" v="1340"/>
        <pc:sldMkLst>
          <pc:docMk/>
          <pc:sldMk cId="872044439" sldId="405"/>
        </pc:sldMkLst>
        <pc:spChg chg="mod">
          <ac:chgData name="muther saeed" userId="750608fc525d3c47" providerId="LiveId" clId="{919745C6-D751-4B80-B5A0-A0615574437D}" dt="2024-12-21T18:16:00.699" v="1191" actId="14100"/>
          <ac:spMkLst>
            <pc:docMk/>
            <pc:sldMk cId="872044439" sldId="405"/>
            <ac:spMk id="2" creationId="{BC67FE7F-4D38-8D59-E9CC-96F62508AB97}"/>
          </ac:spMkLst>
        </pc:spChg>
        <pc:spChg chg="mod">
          <ac:chgData name="muther saeed" userId="750608fc525d3c47" providerId="LiveId" clId="{919745C6-D751-4B80-B5A0-A0615574437D}" dt="2024-12-21T18:19:16.253" v="1340"/>
          <ac:spMkLst>
            <pc:docMk/>
            <pc:sldMk cId="872044439" sldId="405"/>
            <ac:spMk id="4" creationId="{CACA091B-4825-EBA8-CC37-2CAE4A3E969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12/21/2024</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12/21/2024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5C031-3328-B543-96EE-F64565375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06F9E-00B7-18E8-D3DE-A4CC7DFF0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76DC0-E0D7-7B73-AF8E-5E18BDB745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03929-5719-45AA-6269-461D38652B65}"/>
              </a:ext>
            </a:extLst>
          </p:cNvPr>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303390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5D74E-60E2-2A9E-ACF4-8B189BAC2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58C9C-5068-33C9-FB99-B264BB6B0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260EE-3386-B9A1-F4AE-FD23B06B6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C9FE6C-CF64-ABC6-46E8-7A12BB7B9A31}"/>
              </a:ext>
            </a:extLst>
          </p:cNvPr>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755944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ADFDF-B68D-FBF7-E40E-1F3B9E6CC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870DC-8B14-FED8-A528-53144A456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37579-1169-CBC2-952C-969B6065EA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3143AD-E54B-21CD-8BBD-C004821977AD}"/>
              </a:ext>
            </a:extLst>
          </p:cNvPr>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2612911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E032E-FBDA-8EB9-A7D6-9B62E3E1F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AC140-37A2-0E60-DA28-63EF6ED82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62C01-3583-6664-B5D2-DE4F542E51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29229-D4C1-3518-FB7C-170849D9A3F2}"/>
              </a:ext>
            </a:extLst>
          </p:cNvPr>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3649630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059C-AAD7-42C7-1A73-58E94799D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293EA-3C33-5E45-BB48-DE32C6AF7F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A7655-18EE-6B42-4E66-785981BF12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EE4F92-ED9C-E910-D74F-8693C1289527}"/>
              </a:ext>
            </a:extLst>
          </p:cNvPr>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97588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95F2-3668-D0A8-DAF3-10050142A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C125E-2078-C7D2-0BE6-FFA6AC2F2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4D46C-3F82-4A2D-7103-A70CEA060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809341-93F8-7F0B-E6F5-342387332D5A}"/>
              </a:ext>
            </a:extLst>
          </p:cNvPr>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1359141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B3F2-62CC-1DC8-29BF-DC6ABD168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FD71A-1A57-9395-B313-261F13603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3BE9B-CC5B-4FCF-BD24-2FF413351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02291-959D-232E-B93F-53F4A893FE7E}"/>
              </a:ext>
            </a:extLst>
          </p:cNvPr>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2887985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7303-C73D-8039-29F0-FE947F8F0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A484C-61D0-1E1E-C812-978402905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A1B8C-EDD4-C135-C156-1D5223E3D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E76187-7BD3-71D9-16E1-38B4017F3676}"/>
              </a:ext>
            </a:extLst>
          </p:cNvPr>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3066279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1C9AE-0B27-5A2D-C2EC-A57B846E6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A738-D827-FD56-63E0-C1AEAE5A3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3EDCD-8F00-494E-6BFA-110B96126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D5AB1F-C6C4-1C44-1D3B-0FE77DBAC032}"/>
              </a:ext>
            </a:extLst>
          </p:cNvPr>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4278988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2DE3D-61D8-50BA-0282-A22F94476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794E2-0294-3991-946C-AAFB54960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FCC0C-D3F2-4847-3EFA-DF8108066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DEE5A-80B5-6AEF-8315-3E3CC25467DE}"/>
              </a:ext>
            </a:extLst>
          </p:cNvPr>
          <p:cNvSpPr>
            <a:spLocks noGrp="1"/>
          </p:cNvSpPr>
          <p:nvPr>
            <p:ph type="sldNum" sz="quarter" idx="5"/>
          </p:nvPr>
        </p:nvSpPr>
        <p:spPr/>
        <p:txBody>
          <a:bodyPr/>
          <a:lstStyle/>
          <a:p>
            <a:fld id="{DEF75CB5-5666-5049-9AE0-38EFD385C21E}" type="slidenum">
              <a:rPr lang="en-US" smtClean="0"/>
              <a:t>14</a:t>
            </a:fld>
            <a:endParaRPr lang="en-US" dirty="0"/>
          </a:p>
        </p:txBody>
      </p:sp>
    </p:spTree>
    <p:extLst>
      <p:ext uri="{BB962C8B-B14F-4D97-AF65-F5344CB8AC3E}">
        <p14:creationId xmlns:p14="http://schemas.microsoft.com/office/powerpoint/2010/main" val="352395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DF84-788A-DA35-EFBC-78FA79723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F1C27-9D6D-4526-75C5-9424F5F0F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442BE-118A-463D-1FE0-14C48BB6A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87D70D-7C5C-6AA3-41A1-2C67D26CF64E}"/>
              </a:ext>
            </a:extLst>
          </p:cNvPr>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2610719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215DC-481D-6ADF-7942-A86082608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12055-068E-1589-97EA-F1E03E040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ECF2E-2F93-E006-D6C8-8909EE4341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2DD08D-A195-186F-3EE6-B271AE57C103}"/>
              </a:ext>
            </a:extLst>
          </p:cNvPr>
          <p:cNvSpPr>
            <a:spLocks noGrp="1"/>
          </p:cNvSpPr>
          <p:nvPr>
            <p:ph type="sldNum" sz="quarter" idx="5"/>
          </p:nvPr>
        </p:nvSpPr>
        <p:spPr/>
        <p:txBody>
          <a:bodyPr/>
          <a:lstStyle/>
          <a:p>
            <a:fld id="{DEF75CB5-5666-5049-9AE0-38EFD385C21E}" type="slidenum">
              <a:rPr lang="en-US" smtClean="0"/>
              <a:t>16</a:t>
            </a:fld>
            <a:endParaRPr lang="en-US" dirty="0"/>
          </a:p>
        </p:txBody>
      </p:sp>
    </p:spTree>
    <p:extLst>
      <p:ext uri="{BB962C8B-B14F-4D97-AF65-F5344CB8AC3E}">
        <p14:creationId xmlns:p14="http://schemas.microsoft.com/office/powerpoint/2010/main" val="1449009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ABB3-A9C2-6D83-2E14-3662F0FF2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363E2-DB50-1DF0-EB8D-E2FD0C76E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17CA3-6116-4EEE-8C13-314BB1E2E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80E02B-4818-D51F-B1E5-38ADDC84FA29}"/>
              </a:ext>
            </a:extLst>
          </p:cNvPr>
          <p:cNvSpPr>
            <a:spLocks noGrp="1"/>
          </p:cNvSpPr>
          <p:nvPr>
            <p:ph type="sldNum" sz="quarter" idx="5"/>
          </p:nvPr>
        </p:nvSpPr>
        <p:spPr/>
        <p:txBody>
          <a:bodyPr/>
          <a:lstStyle/>
          <a:p>
            <a:fld id="{DEF75CB5-5666-5049-9AE0-38EFD385C21E}" type="slidenum">
              <a:rPr lang="en-US" smtClean="0"/>
              <a:t>17</a:t>
            </a:fld>
            <a:endParaRPr lang="en-US" dirty="0"/>
          </a:p>
        </p:txBody>
      </p:sp>
    </p:spTree>
    <p:extLst>
      <p:ext uri="{BB962C8B-B14F-4D97-AF65-F5344CB8AC3E}">
        <p14:creationId xmlns:p14="http://schemas.microsoft.com/office/powerpoint/2010/main" val="3579178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18</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24E4D-8882-BF0A-06E1-D4334397EC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F4DCCC-3D92-F707-8B2E-897DFB4A7E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9DEE85-B170-B9A1-3049-29C98B86A67F}"/>
              </a:ext>
            </a:extLst>
          </p:cNvPr>
          <p:cNvSpPr>
            <a:spLocks noGrp="1"/>
          </p:cNvSpPr>
          <p:nvPr>
            <p:ph type="dt" sz="half" idx="10"/>
          </p:nvPr>
        </p:nvSpPr>
        <p:spPr/>
        <p:txBody>
          <a:bodyPr/>
          <a:lstStyle/>
          <a:p>
            <a:fld id="{C726FE1F-4A72-437A-AAEE-6BB87A7516DF}" type="datetimeFigureOut">
              <a:rPr lang="en-US" smtClean="0"/>
              <a:t>12/21/2024</a:t>
            </a:fld>
            <a:endParaRPr lang="en-US"/>
          </a:p>
        </p:txBody>
      </p:sp>
      <p:sp>
        <p:nvSpPr>
          <p:cNvPr id="5" name="Footer Placeholder 4">
            <a:extLst>
              <a:ext uri="{FF2B5EF4-FFF2-40B4-BE49-F238E27FC236}">
                <a16:creationId xmlns:a16="http://schemas.microsoft.com/office/drawing/2014/main" id="{EE428BDA-8319-31DD-9960-91279AC96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4D832A-BF8D-1BC1-55CC-D6AF9DD570AD}"/>
              </a:ext>
            </a:extLst>
          </p:cNvPr>
          <p:cNvSpPr>
            <a:spLocks noGrp="1"/>
          </p:cNvSpPr>
          <p:nvPr>
            <p:ph type="sldNum" sz="quarter" idx="12"/>
          </p:nvPr>
        </p:nvSpPr>
        <p:spPr/>
        <p:txBody>
          <a:bodyPr/>
          <a:lstStyle/>
          <a:p>
            <a:fld id="{A5E1869D-5712-4782-BFE9-703F096C0784}" type="slidenum">
              <a:rPr lang="en-US" smtClean="0"/>
              <a:t>‹#›</a:t>
            </a:fld>
            <a:endParaRPr lang="en-US"/>
          </a:p>
        </p:txBody>
      </p:sp>
    </p:spTree>
    <p:extLst>
      <p:ext uri="{BB962C8B-B14F-4D97-AF65-F5344CB8AC3E}">
        <p14:creationId xmlns:p14="http://schemas.microsoft.com/office/powerpoint/2010/main" val="3973314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 id="2147483680" r:id="rId15"/>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1drv.ms/u/c/750608fc525d3c47/EUtturjWp6BPtv0FUeHoutcBMokJ7aae9S0oS2xfoRe7hg?e=gmhjEq"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pandas.pydata.org/docs/getting_started/install.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1drv.ms/x/c/750608fc525d3c47/EQhGqnGUD2RPjRXIr-iLLsABnY0S1Xg93iCHJ1mTKO0MTA?e=VL1wC6"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1drv.ms/x/c/750608fc525d3c47/EW9JJ7bQNWhHrbIDyeOdnMkB0_V9Yz5pfXGbvQurS1rGGQ?e=cvGhyt"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1drv.ms/x/c/750608fc525d3c47/EZrf6BbLWjZKjQ5GswpUyjgB0S_4Hpfju905atlTQ9Gdtw?e=FjyadO"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1drv.ms/x/c/750608fc525d3c47/EVlZP8v-CnBOpEGXuV6NFS4BPW-rLk6Yhsaa3xQbLM-rzw?e=CCM2ZH"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1drv.ms/x/c/750608fc525d3c47/Ef3J1AhUb0NBuHTax4Xm1TABvLwrWpF_VAI6Hom28Fmf2g?e=C7hC7N"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www.notion.com/product"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7883314-A09E-A9D7-55F4-3AB87D7DFABE}"/>
              </a:ext>
            </a:extLst>
          </p:cNvPr>
          <p:cNvSpPr/>
          <p:nvPr/>
        </p:nvSpPr>
        <p:spPr>
          <a:xfrm>
            <a:off x="741680" y="430482"/>
            <a:ext cx="10500989" cy="1327464"/>
          </a:xfrm>
          <a:prstGeom prst="rect">
            <a:avLst/>
          </a:prstGeom>
        </p:spPr>
        <p:txBody>
          <a:bodyPr vert="horz" lIns="91440" tIns="45720" rIns="91440" bIns="45720" rtlCol="0" anchor="b">
            <a:normAutofit/>
          </a:bodyPr>
          <a:lstStyle/>
          <a:p>
            <a:pPr>
              <a:lnSpc>
                <a:spcPct val="90000"/>
              </a:lnSpc>
              <a:spcBef>
                <a:spcPct val="0"/>
              </a:spcBef>
              <a:spcAft>
                <a:spcPts val="500"/>
              </a:spcAft>
            </a:pPr>
            <a:r>
              <a:rPr lang="en-US" sz="3200" b="1" i="1" u="sng" kern="1200" cap="all" spc="0" baseline="0">
                <a:solidFill>
                  <a:schemeClr val="accent3">
                    <a:lumMod val="75000"/>
                  </a:schemeClr>
                </a:solidFill>
                <a:latin typeface="+mj-lt"/>
                <a:ea typeface="+mj-ea"/>
                <a:cs typeface="Biome" panose="020B0503030204020804" pitchFamily="34" charset="0"/>
              </a:rPr>
              <a:t>Presented by:</a:t>
            </a:r>
            <a:endParaRPr lang="en-US" sz="3200" i="1" u="sng" kern="1200" cap="all" spc="0" baseline="0">
              <a:solidFill>
                <a:schemeClr val="accent3">
                  <a:lumMod val="75000"/>
                </a:schemeClr>
              </a:solidFill>
              <a:latin typeface="+mj-lt"/>
              <a:ea typeface="+mj-ea"/>
              <a:cs typeface="Biome" panose="020B0503030204020804" pitchFamily="34" charset="0"/>
            </a:endParaRPr>
          </a:p>
        </p:txBody>
      </p:sp>
      <p:sp>
        <p:nvSpPr>
          <p:cNvPr id="6" name="Text 1">
            <a:extLst>
              <a:ext uri="{FF2B5EF4-FFF2-40B4-BE49-F238E27FC236}">
                <a16:creationId xmlns:a16="http://schemas.microsoft.com/office/drawing/2014/main" id="{E92A2172-C249-0A0A-3474-BEF811B84CB2}"/>
              </a:ext>
            </a:extLst>
          </p:cNvPr>
          <p:cNvSpPr/>
          <p:nvPr/>
        </p:nvSpPr>
        <p:spPr>
          <a:xfrm>
            <a:off x="807038" y="2465539"/>
            <a:ext cx="3774587" cy="3723753"/>
          </a:xfrm>
          <a:prstGeom prst="rect">
            <a:avLst/>
          </a:prstGeom>
        </p:spPr>
        <p:txBody>
          <a:bodyPr vert="horz" lIns="91440" tIns="45720" rIns="91440" bIns="45720" rtlCol="0" anchor="ctr">
            <a:normAutofit/>
          </a:bodyPr>
          <a:lstStyle/>
          <a:p>
            <a:pPr marL="342900" indent="-342900">
              <a:lnSpc>
                <a:spcPct val="120000"/>
              </a:lnSpc>
              <a:spcBef>
                <a:spcPts val="1000"/>
              </a:spcBef>
              <a:spcAft>
                <a:spcPts val="500"/>
              </a:spcAft>
              <a:buClr>
                <a:schemeClr val="accent3">
                  <a:lumMod val="75000"/>
                </a:schemeClr>
              </a:buClr>
              <a:buFont typeface="+mj-lt"/>
              <a:buAutoNum type="arabicPeriod"/>
            </a:pPr>
            <a:r>
              <a:rPr lang="en-US" sz="2500" b="1" i="1" u="sng" baseline="0" dirty="0">
                <a:solidFill>
                  <a:schemeClr val="accent4">
                    <a:lumMod val="20000"/>
                    <a:lumOff val="80000"/>
                  </a:schemeClr>
                </a:solidFill>
              </a:rPr>
              <a:t>Muhammad Abdul Sabor</a:t>
            </a:r>
            <a:r>
              <a:rPr lang="en-US" sz="2500" baseline="0" dirty="0">
                <a:solidFill>
                  <a:schemeClr val="accent4">
                    <a:lumMod val="20000"/>
                    <a:lumOff val="80000"/>
                  </a:schemeClr>
                </a:solidFill>
              </a:rPr>
              <a:t> </a:t>
            </a:r>
            <a:r>
              <a:rPr lang="en-US" sz="2500" b="1" i="1" u="sng" baseline="0" dirty="0">
                <a:solidFill>
                  <a:schemeClr val="accent4">
                    <a:lumMod val="20000"/>
                    <a:lumOff val="80000"/>
                  </a:schemeClr>
                </a:solidFill>
              </a:rPr>
              <a:t>BSEF23M015</a:t>
            </a:r>
          </a:p>
          <a:p>
            <a:pPr marL="342900" indent="-342900">
              <a:lnSpc>
                <a:spcPct val="120000"/>
              </a:lnSpc>
              <a:spcBef>
                <a:spcPts val="1000"/>
              </a:spcBef>
              <a:spcAft>
                <a:spcPts val="500"/>
              </a:spcAft>
              <a:buClr>
                <a:schemeClr val="accent3">
                  <a:lumMod val="75000"/>
                </a:schemeClr>
              </a:buClr>
              <a:buFont typeface="+mj-lt"/>
              <a:buAutoNum type="arabicPeriod"/>
            </a:pPr>
            <a:r>
              <a:rPr lang="en-US" sz="2500" b="1" i="1" u="sng" baseline="0" dirty="0">
                <a:solidFill>
                  <a:schemeClr val="accent4">
                    <a:lumMod val="20000"/>
                    <a:lumOff val="80000"/>
                  </a:schemeClr>
                </a:solidFill>
              </a:rPr>
              <a:t>Haroon Ashraf Chowdary </a:t>
            </a:r>
            <a:r>
              <a:rPr lang="en-US" sz="2500" baseline="0" dirty="0">
                <a:solidFill>
                  <a:schemeClr val="accent4">
                    <a:lumMod val="20000"/>
                    <a:lumOff val="80000"/>
                  </a:schemeClr>
                </a:solidFill>
              </a:rPr>
              <a:t> </a:t>
            </a:r>
            <a:r>
              <a:rPr lang="en-US" sz="2500" b="1" i="1" u="sng" baseline="0" dirty="0">
                <a:solidFill>
                  <a:schemeClr val="accent4">
                    <a:lumMod val="20000"/>
                    <a:lumOff val="80000"/>
                  </a:schemeClr>
                </a:solidFill>
              </a:rPr>
              <a:t>BSEF23M009</a:t>
            </a:r>
          </a:p>
          <a:p>
            <a:pPr marL="342900" indent="-342900">
              <a:lnSpc>
                <a:spcPct val="120000"/>
              </a:lnSpc>
              <a:spcBef>
                <a:spcPts val="1000"/>
              </a:spcBef>
              <a:spcAft>
                <a:spcPts val="500"/>
              </a:spcAft>
              <a:buClr>
                <a:schemeClr val="accent3">
                  <a:lumMod val="75000"/>
                </a:schemeClr>
              </a:buClr>
              <a:buFont typeface="+mj-lt"/>
              <a:buAutoNum type="arabicPeriod"/>
            </a:pPr>
            <a:r>
              <a:rPr lang="en-US" sz="2500" b="1" i="1" u="sng" baseline="0" dirty="0">
                <a:solidFill>
                  <a:schemeClr val="accent4">
                    <a:lumMod val="20000"/>
                    <a:lumOff val="80000"/>
                  </a:schemeClr>
                </a:solidFill>
              </a:rPr>
              <a:t>Muhammad Abdul Kareem</a:t>
            </a:r>
            <a:r>
              <a:rPr lang="en-US" sz="2500" baseline="0" dirty="0">
                <a:solidFill>
                  <a:schemeClr val="accent4">
                    <a:lumMod val="20000"/>
                    <a:lumOff val="80000"/>
                  </a:schemeClr>
                </a:solidFill>
              </a:rPr>
              <a:t> </a:t>
            </a:r>
            <a:r>
              <a:rPr lang="en-US" sz="2500" b="1" i="1" u="sng" baseline="0" dirty="0">
                <a:solidFill>
                  <a:schemeClr val="accent4">
                    <a:lumMod val="20000"/>
                    <a:lumOff val="80000"/>
                  </a:schemeClr>
                </a:solidFill>
              </a:rPr>
              <a:t>BSEF23M014</a:t>
            </a:r>
          </a:p>
        </p:txBody>
      </p:sp>
      <p:pic>
        <p:nvPicPr>
          <p:cNvPr id="5" name="Image 0" descr="A group of people looking at a whiteboard with sticky notes&#10;&#10;Description automatically generated">
            <a:extLst>
              <a:ext uri="{FF2B5EF4-FFF2-40B4-BE49-F238E27FC236}">
                <a16:creationId xmlns:a16="http://schemas.microsoft.com/office/drawing/2014/main" id="{3C4336AE-422A-A1B0-A545-E60A0F859B59}"/>
              </a:ext>
            </a:extLst>
          </p:cNvPr>
          <p:cNvPicPr>
            <a:picLocks noChangeAspect="1"/>
          </p:cNvPicPr>
          <p:nvPr/>
        </p:nvPicPr>
        <p:blipFill>
          <a:blip r:embed="rId2"/>
          <a:srcRect t="40174" r="2" b="13980"/>
          <a:stretch/>
        </p:blipFill>
        <p:spPr>
          <a:xfrm>
            <a:off x="4927600" y="2465539"/>
            <a:ext cx="6315069" cy="3723753"/>
          </a:xfrm>
          <a:prstGeom prst="rect">
            <a:avLst/>
          </a:prstGeom>
          <a:noFill/>
        </p:spPr>
      </p:pic>
      <p:sp>
        <p:nvSpPr>
          <p:cNvPr id="11" name="Slide Number Placeholder 4">
            <a:extLst>
              <a:ext uri="{FF2B5EF4-FFF2-40B4-BE49-F238E27FC236}">
                <a16:creationId xmlns:a16="http://schemas.microsoft.com/office/drawing/2014/main" id="{F2943091-2793-0893-541C-FAEF1506CD8F}"/>
              </a:ext>
            </a:extLst>
          </p:cNvPr>
          <p:cNvSpPr>
            <a:spLocks noGrp="1"/>
          </p:cNvSpPr>
          <p:nvPr>
            <p:ph type="sldNum" sz="quarter" idx="12"/>
          </p:nvPr>
        </p:nvSpPr>
        <p:spPr>
          <a:xfrm>
            <a:off x="9140971" y="6226198"/>
            <a:ext cx="2743200" cy="365125"/>
          </a:xfrm>
        </p:spPr>
        <p:txBody>
          <a:bodyPr/>
          <a:lstStyle/>
          <a:p>
            <a:pPr>
              <a:spcAft>
                <a:spcPts val="600"/>
              </a:spcAft>
            </a:pPr>
            <a:fld id="{FE024F78-56A6-7740-B68D-8D4D026EDF3F}" type="slidenum">
              <a:rPr lang="en-US" smtClean="0"/>
              <a:pPr>
                <a:spcAft>
                  <a:spcPts val="600"/>
                </a:spcAft>
              </a:pPr>
              <a:t>1</a:t>
            </a:fld>
            <a:endParaRPr lang="en-US"/>
          </a:p>
        </p:txBody>
      </p:sp>
    </p:spTree>
    <p:extLst>
      <p:ext uri="{BB962C8B-B14F-4D97-AF65-F5344CB8AC3E}">
        <p14:creationId xmlns:p14="http://schemas.microsoft.com/office/powerpoint/2010/main" val="1232723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Software requirement engineering</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670628"/>
            <a:ext cx="12191997" cy="2577772"/>
          </a:xfrm>
        </p:spPr>
        <p:txBody>
          <a:bodyPr/>
          <a:lstStyle/>
          <a:p>
            <a:r>
              <a:rPr lang="en-US" dirty="0"/>
              <a:t>Presentation of </a:t>
            </a:r>
            <a:br>
              <a:rPr lang="en-US" dirty="0"/>
            </a:br>
            <a:r>
              <a:rPr lang="en-US" dirty="0"/>
              <a:t>assignment # 4</a:t>
            </a:r>
          </a:p>
        </p:txBody>
      </p:sp>
      <p:sp>
        <p:nvSpPr>
          <p:cNvPr id="3" name="Slide Number Placeholder 2">
            <a:extLst>
              <a:ext uri="{FF2B5EF4-FFF2-40B4-BE49-F238E27FC236}">
                <a16:creationId xmlns:a16="http://schemas.microsoft.com/office/drawing/2014/main" id="{9C50A0AB-1960-50D8-EF10-7136CD91E9CE}"/>
              </a:ext>
            </a:extLst>
          </p:cNvPr>
          <p:cNvSpPr txBox="1">
            <a:spLocks/>
          </p:cNvSpPr>
          <p:nvPr/>
        </p:nvSpPr>
        <p:spPr>
          <a:xfrm>
            <a:off x="9140971" y="6226198"/>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bg1"/>
                </a:solidFill>
              </a:rPr>
              <a:t>2</a:t>
            </a:r>
          </a:p>
        </p:txBody>
      </p:sp>
    </p:spTree>
    <p:extLst>
      <p:ext uri="{BB962C8B-B14F-4D97-AF65-F5344CB8AC3E}">
        <p14:creationId xmlns:p14="http://schemas.microsoft.com/office/powerpoint/2010/main" val="2498031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741680" y="430482"/>
            <a:ext cx="10500989" cy="1327464"/>
          </a:xfrm>
        </p:spPr>
        <p:txBody>
          <a:bodyPr anchor="b">
            <a:normAutofit/>
          </a:bodyPr>
          <a:lstStyle/>
          <a:p>
            <a:r>
              <a:rPr lang="en-US" dirty="0"/>
              <a:t>Topics</a:t>
            </a: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35"/>
          </p:nvPr>
        </p:nvSpPr>
        <p:spPr>
          <a:xfrm>
            <a:off x="807038" y="2186139"/>
            <a:ext cx="10435631" cy="3723753"/>
          </a:xfrm>
        </p:spPr>
        <p:txBody>
          <a:bodyPr numCol="2">
            <a:noAutofit/>
          </a:bodyPr>
          <a:lstStyle/>
          <a:p>
            <a:pPr marL="342900" indent="-342900">
              <a:lnSpc>
                <a:spcPct val="110000"/>
              </a:lnSpc>
              <a:buFont typeface="+mj-lt"/>
              <a:buAutoNum type="arabicPeriod"/>
            </a:pPr>
            <a:r>
              <a:rPr lang="en-US" sz="2000" dirty="0"/>
              <a:t>Basic Steps.</a:t>
            </a:r>
          </a:p>
          <a:p>
            <a:pPr lvl="3">
              <a:lnSpc>
                <a:spcPct val="110000"/>
              </a:lnSpc>
              <a:buAutoNum type="arabicPeriod"/>
            </a:pPr>
            <a:r>
              <a:rPr lang="en-US" sz="2000" dirty="0"/>
              <a:t>Git </a:t>
            </a:r>
            <a:r>
              <a:rPr lang="en-US" sz="2000" dirty="0" err="1"/>
              <a:t>Cmd</a:t>
            </a:r>
            <a:r>
              <a:rPr lang="en-US" sz="2000" dirty="0"/>
              <a:t> Installation.</a:t>
            </a:r>
          </a:p>
          <a:p>
            <a:pPr lvl="3">
              <a:lnSpc>
                <a:spcPct val="110000"/>
              </a:lnSpc>
              <a:buFont typeface="+mj-lt"/>
              <a:buAutoNum type="arabicPeriod"/>
            </a:pPr>
            <a:r>
              <a:rPr lang="en-US" sz="2000" dirty="0"/>
              <a:t>“</a:t>
            </a:r>
            <a:r>
              <a:rPr lang="en-US" sz="2000" dirty="0" err="1"/>
              <a:t>Gh</a:t>
            </a:r>
            <a:r>
              <a:rPr lang="en-US" sz="2000" dirty="0"/>
              <a:t>” Package installation</a:t>
            </a:r>
          </a:p>
          <a:p>
            <a:pPr marL="342900" indent="-342900">
              <a:lnSpc>
                <a:spcPct val="110000"/>
              </a:lnSpc>
              <a:buFont typeface="+mj-lt"/>
              <a:buAutoNum type="arabicPeriod"/>
            </a:pPr>
            <a:r>
              <a:rPr lang="en-US" sz="2000" dirty="0"/>
              <a:t>JSON File.</a:t>
            </a:r>
          </a:p>
          <a:p>
            <a:pPr marL="1143000" lvl="1">
              <a:lnSpc>
                <a:spcPct val="110000"/>
              </a:lnSpc>
              <a:buFont typeface="+mj-lt"/>
              <a:buAutoNum type="arabicPeriod"/>
            </a:pPr>
            <a:r>
              <a:rPr lang="en-US" sz="2000" dirty="0"/>
              <a:t>Introduction.</a:t>
            </a:r>
          </a:p>
          <a:p>
            <a:pPr marL="1143000" lvl="1">
              <a:lnSpc>
                <a:spcPct val="110000"/>
              </a:lnSpc>
              <a:buFont typeface="+mj-lt"/>
              <a:buAutoNum type="arabicPeriod"/>
            </a:pPr>
            <a:r>
              <a:rPr lang="en-US" sz="2000" dirty="0"/>
              <a:t>Steps.</a:t>
            </a:r>
          </a:p>
          <a:p>
            <a:pPr marL="342900" indent="-342900">
              <a:lnSpc>
                <a:spcPct val="110000"/>
              </a:lnSpc>
              <a:buFont typeface="+mj-lt"/>
              <a:buAutoNum type="arabicPeriod"/>
            </a:pPr>
            <a:r>
              <a:rPr lang="en-US" sz="2000" dirty="0"/>
              <a:t>CSV File.</a:t>
            </a:r>
          </a:p>
          <a:p>
            <a:pPr marL="1143000" lvl="1">
              <a:lnSpc>
                <a:spcPct val="110000"/>
              </a:lnSpc>
              <a:buFont typeface="+mj-lt"/>
              <a:buAutoNum type="arabicPeriod"/>
            </a:pPr>
            <a:r>
              <a:rPr lang="en-US" sz="2000" dirty="0"/>
              <a:t>Introduction.</a:t>
            </a:r>
          </a:p>
          <a:p>
            <a:pPr marL="1143000" lvl="1">
              <a:lnSpc>
                <a:spcPct val="110000"/>
              </a:lnSpc>
              <a:buFont typeface="+mj-lt"/>
              <a:buAutoNum type="arabicPeriod"/>
            </a:pPr>
            <a:r>
              <a:rPr lang="en-US" sz="2000" dirty="0"/>
              <a:t>Steps.</a:t>
            </a:r>
          </a:p>
          <a:p>
            <a:pPr marL="342900" indent="-342900">
              <a:lnSpc>
                <a:spcPct val="110000"/>
              </a:lnSpc>
              <a:buFont typeface="+mj-lt"/>
              <a:buAutoNum type="arabicPeriod"/>
            </a:pPr>
            <a:r>
              <a:rPr lang="en-US" sz="2000" dirty="0"/>
              <a:t>Classification.</a:t>
            </a:r>
          </a:p>
          <a:p>
            <a:pPr marL="342900" indent="-342900">
              <a:lnSpc>
                <a:spcPct val="110000"/>
              </a:lnSpc>
              <a:buFont typeface="+mj-lt"/>
              <a:buAutoNum type="arabicPeriod"/>
            </a:pPr>
            <a:r>
              <a:rPr lang="en-US" sz="2000" dirty="0"/>
              <a:t>Contributors Names</a:t>
            </a:r>
          </a:p>
          <a:p>
            <a:pPr marL="342900" indent="-342900">
              <a:lnSpc>
                <a:spcPct val="110000"/>
              </a:lnSpc>
              <a:buFont typeface="+mj-lt"/>
              <a:buAutoNum type="arabicPeriod"/>
            </a:pPr>
            <a:r>
              <a:rPr lang="en-US" sz="2000" dirty="0"/>
              <a:t>Issues reported as “‘example, </a:t>
            </a:r>
            <a:r>
              <a:rPr lang="en-US" sz="2000" dirty="0" err="1"/>
              <a:t>examp</a:t>
            </a:r>
            <a:r>
              <a:rPr lang="en-US" sz="2000" dirty="0"/>
              <a:t>%)”</a:t>
            </a:r>
          </a:p>
          <a:p>
            <a:pPr marL="342900" indent="-342900">
              <a:lnSpc>
                <a:spcPct val="110000"/>
              </a:lnSpc>
              <a:buFont typeface="+mj-lt"/>
              <a:buAutoNum type="arabicPeriod"/>
            </a:pPr>
            <a:r>
              <a:rPr lang="en-US" sz="2000" dirty="0"/>
              <a:t>Requirement management tool</a:t>
            </a:r>
          </a:p>
          <a:p>
            <a:pPr>
              <a:lnSpc>
                <a:spcPct val="110000"/>
              </a:lnSpc>
            </a:pPr>
            <a:r>
              <a:rPr lang="en-US" sz="2000" dirty="0"/>
              <a:t>Requirement management techniques</a:t>
            </a:r>
          </a:p>
          <a:p>
            <a:pPr marL="342900" indent="-342900">
              <a:lnSpc>
                <a:spcPct val="110000"/>
              </a:lnSpc>
              <a:buFont typeface="+mj-lt"/>
              <a:buAutoNum type="arabicPeriod"/>
            </a:pPr>
            <a:r>
              <a:rPr lang="en-US" sz="2000" dirty="0"/>
              <a:t>Extra</a:t>
            </a:r>
          </a:p>
        </p:txBody>
      </p:sp>
      <p:sp>
        <p:nvSpPr>
          <p:cNvPr id="38" name="Slide Number Placeholder 4">
            <a:extLst>
              <a:ext uri="{FF2B5EF4-FFF2-40B4-BE49-F238E27FC236}">
                <a16:creationId xmlns:a16="http://schemas.microsoft.com/office/drawing/2014/main" id="{A5EB6E69-2A48-DB57-7A8A-18C1EFA38FE8}"/>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3</a:t>
            </a:fld>
            <a:endParaRPr lang="en-US"/>
          </a:p>
        </p:txBody>
      </p:sp>
    </p:spTree>
    <p:extLst>
      <p:ext uri="{BB962C8B-B14F-4D97-AF65-F5344CB8AC3E}">
        <p14:creationId xmlns:p14="http://schemas.microsoft.com/office/powerpoint/2010/main" val="1460159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F7C5-CBA2-9823-0CBA-5BD773998046}"/>
              </a:ext>
            </a:extLst>
          </p:cNvPr>
          <p:cNvSpPr>
            <a:spLocks noGrp="1"/>
          </p:cNvSpPr>
          <p:nvPr>
            <p:ph type="title"/>
          </p:nvPr>
        </p:nvSpPr>
        <p:spPr>
          <a:xfrm>
            <a:off x="321869" y="579121"/>
            <a:ext cx="11548261" cy="1260566"/>
          </a:xfrm>
        </p:spPr>
        <p:txBody>
          <a:bodyPr anchor="ctr"/>
          <a:lstStyle/>
          <a:p>
            <a:r>
              <a:rPr lang="en-US" b="1" i="1" u="sng" spc="-150" dirty="0"/>
              <a:t>Basic STEPS</a:t>
            </a:r>
          </a:p>
        </p:txBody>
      </p:sp>
      <p:sp>
        <p:nvSpPr>
          <p:cNvPr id="4" name="Subtitle 3">
            <a:extLst>
              <a:ext uri="{FF2B5EF4-FFF2-40B4-BE49-F238E27FC236}">
                <a16:creationId xmlns:a16="http://schemas.microsoft.com/office/drawing/2014/main" id="{260D053B-A40A-3228-B6D5-3371B9EE2E56}"/>
              </a:ext>
            </a:extLst>
          </p:cNvPr>
          <p:cNvSpPr>
            <a:spLocks noGrp="1"/>
          </p:cNvSpPr>
          <p:nvPr>
            <p:ph type="subTitle" idx="1"/>
          </p:nvPr>
        </p:nvSpPr>
        <p:spPr>
          <a:xfrm>
            <a:off x="585216" y="1752602"/>
            <a:ext cx="11298955" cy="4119878"/>
          </a:xfrm>
        </p:spPr>
        <p:txBody>
          <a:bodyPr anchor="ctr"/>
          <a:lstStyle/>
          <a:p>
            <a:pPr marL="457200" indent="-457200" algn="l">
              <a:lnSpc>
                <a:spcPct val="200000"/>
              </a:lnSpc>
              <a:buFont typeface="Wingdings" panose="05000000000000000000" pitchFamily="2" charset="2"/>
              <a:buChar char="v"/>
            </a:pPr>
            <a:r>
              <a:rPr lang="en-US" sz="3200" b="1" i="1" u="sng" spc="-150" dirty="0"/>
              <a:t>Git</a:t>
            </a:r>
            <a:r>
              <a:rPr lang="en-US" sz="3200" spc="-150" dirty="0"/>
              <a:t> </a:t>
            </a:r>
            <a:r>
              <a:rPr lang="en-US" sz="3200" b="1" i="1" u="sng" spc="-150" dirty="0"/>
              <a:t>CMD </a:t>
            </a:r>
            <a:r>
              <a:rPr lang="en-US" sz="3200" b="1" i="1" u="sng" spc="-150" dirty="0" err="1"/>
              <a:t>instalation</a:t>
            </a:r>
            <a:endParaRPr lang="en-US" sz="3200" b="1" i="1" u="sng" spc="-150" dirty="0"/>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Install git CMD from the official website, or the given link </a:t>
            </a:r>
            <a:r>
              <a:rPr lang="en-US" sz="2600" cap="none" spc="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https://git-scm.com/</a:t>
            </a:r>
            <a:endParaRPr lang="en-US" sz="2600" cap="none" spc="0" dirty="0">
              <a:solidFill>
                <a:schemeClr val="accent4"/>
              </a:solidFill>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Double-click the downloaded installer (.exe file).</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You can use the default settings for most options.</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Choose "Git from the command line and 3rd-party software".</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Select "Use </a:t>
            </a:r>
            <a:r>
              <a:rPr lang="en-US" sz="2600" cap="none" spc="0" dirty="0" err="1">
                <a:solidFill>
                  <a:schemeClr val="bg1"/>
                </a:solidFill>
                <a:latin typeface="Times New Roman" panose="02020603050405020304" pitchFamily="18" charset="0"/>
                <a:cs typeface="Times New Roman" panose="02020603050405020304" pitchFamily="18" charset="0"/>
              </a:rPr>
              <a:t>MinTTY</a:t>
            </a:r>
            <a:r>
              <a:rPr lang="en-US" sz="2600" cap="none" spc="0" dirty="0">
                <a:solidFill>
                  <a:schemeClr val="bg1"/>
                </a:solidFill>
                <a:latin typeface="Times New Roman" panose="02020603050405020304" pitchFamily="18" charset="0"/>
                <a:cs typeface="Times New Roman" panose="02020603050405020304" pitchFamily="18" charset="0"/>
              </a:rPr>
              <a:t>" if you want a terminal-like experience.</a:t>
            </a:r>
          </a:p>
          <a:p>
            <a:endParaRPr lang="en-US" sz="3200" dirty="0"/>
          </a:p>
          <a:p>
            <a:pPr algn="l"/>
            <a:endParaRPr lang="en-US"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spTree>
    <p:extLst>
      <p:ext uri="{BB962C8B-B14F-4D97-AF65-F5344CB8AC3E}">
        <p14:creationId xmlns:p14="http://schemas.microsoft.com/office/powerpoint/2010/main" val="1397193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FD6F-74B1-D93E-7E50-A9CBE4C7B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9C7FB-D4EA-3CC3-D8A8-96C44DA0B640}"/>
              </a:ext>
            </a:extLst>
          </p:cNvPr>
          <p:cNvSpPr>
            <a:spLocks noGrp="1"/>
          </p:cNvSpPr>
          <p:nvPr>
            <p:ph type="title"/>
          </p:nvPr>
        </p:nvSpPr>
        <p:spPr>
          <a:xfrm>
            <a:off x="321869" y="579121"/>
            <a:ext cx="11548261" cy="1260566"/>
          </a:xfrm>
        </p:spPr>
        <p:txBody>
          <a:bodyPr anchor="ctr"/>
          <a:lstStyle/>
          <a:p>
            <a:r>
              <a:rPr lang="en-US" b="1" i="1" u="sng" spc="-150" dirty="0"/>
              <a:t>Basic STEPS</a:t>
            </a:r>
          </a:p>
        </p:txBody>
      </p:sp>
      <p:sp>
        <p:nvSpPr>
          <p:cNvPr id="4" name="Subtitle 3">
            <a:extLst>
              <a:ext uri="{FF2B5EF4-FFF2-40B4-BE49-F238E27FC236}">
                <a16:creationId xmlns:a16="http://schemas.microsoft.com/office/drawing/2014/main" id="{9AD39288-39C1-2905-2128-0886D0EFC743}"/>
              </a:ext>
            </a:extLst>
          </p:cNvPr>
          <p:cNvSpPr>
            <a:spLocks noGrp="1"/>
          </p:cNvSpPr>
          <p:nvPr>
            <p:ph type="subTitle" idx="1"/>
          </p:nvPr>
        </p:nvSpPr>
        <p:spPr>
          <a:xfrm>
            <a:off x="585216" y="1752602"/>
            <a:ext cx="11298955" cy="4119878"/>
          </a:xfrm>
        </p:spPr>
        <p:txBody>
          <a:bodyPr anchor="t"/>
          <a:lstStyle/>
          <a:p>
            <a:pPr marL="457200" indent="-457200" algn="l">
              <a:lnSpc>
                <a:spcPct val="200000"/>
              </a:lnSpc>
              <a:buFont typeface="Wingdings" panose="05000000000000000000" pitchFamily="2" charset="2"/>
              <a:buChar char="v"/>
            </a:pPr>
            <a:r>
              <a:rPr lang="en-US" sz="3200" b="1" i="1" u="sng" spc="-150" dirty="0"/>
              <a:t>“</a:t>
            </a:r>
            <a:r>
              <a:rPr lang="en-US" sz="3200" b="1" i="1" u="sng" spc="-150" dirty="0" err="1"/>
              <a:t>Gh</a:t>
            </a:r>
            <a:r>
              <a:rPr lang="en-US" sz="3200" spc="-150" dirty="0"/>
              <a:t>” </a:t>
            </a:r>
            <a:r>
              <a:rPr lang="en-US" sz="3200" b="1" i="1" u="sng" spc="-150" dirty="0"/>
              <a:t>PACKAGE</a:t>
            </a:r>
            <a:r>
              <a:rPr lang="en-US" sz="3200" b="1" i="1" spc="-150" dirty="0"/>
              <a:t> </a:t>
            </a:r>
            <a:r>
              <a:rPr lang="en-US" sz="3200" b="1" i="1" u="sng" spc="-150" dirty="0" err="1"/>
              <a:t>Instalation</a:t>
            </a:r>
            <a:endParaRPr lang="en-US" sz="3200" b="1" i="1" u="sng" spc="-150" dirty="0"/>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You can install “</a:t>
            </a:r>
            <a:r>
              <a:rPr lang="en-US" sz="2600" cap="none" spc="0" dirty="0" err="1">
                <a:solidFill>
                  <a:schemeClr val="bg1"/>
                </a:solidFill>
                <a:latin typeface="Times New Roman" panose="02020603050405020304" pitchFamily="18" charset="0"/>
                <a:cs typeface="Times New Roman" panose="02020603050405020304" pitchFamily="18" charset="0"/>
              </a:rPr>
              <a:t>gh</a:t>
            </a:r>
            <a:r>
              <a:rPr lang="en-US" sz="2600" cap="none" spc="0" dirty="0">
                <a:solidFill>
                  <a:schemeClr val="bg1"/>
                </a:solidFill>
                <a:latin typeface="Times New Roman" panose="02020603050405020304" pitchFamily="18" charset="0"/>
                <a:cs typeface="Times New Roman" panose="02020603050405020304" pitchFamily="18" charset="0"/>
              </a:rPr>
              <a:t>” using Winget, Chocolatey, or Scoop.</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For Winget, run this in your Command Prompt or PowerShell: “</a:t>
            </a:r>
            <a:r>
              <a:rPr lang="en-US" sz="2600" cap="none" spc="0" dirty="0" err="1">
                <a:solidFill>
                  <a:schemeClr val="bg1"/>
                </a:solidFill>
                <a:latin typeface="Times New Roman" panose="02020603050405020304" pitchFamily="18" charset="0"/>
                <a:cs typeface="Times New Roman" panose="02020603050405020304" pitchFamily="18" charset="0"/>
              </a:rPr>
              <a:t>winget</a:t>
            </a:r>
            <a:r>
              <a:rPr lang="en-US" sz="2600" cap="none" spc="0" dirty="0">
                <a:solidFill>
                  <a:schemeClr val="bg1"/>
                </a:solidFill>
                <a:latin typeface="Times New Roman" panose="02020603050405020304" pitchFamily="18" charset="0"/>
                <a:cs typeface="Times New Roman" panose="02020603050405020304" pitchFamily="18" charset="0"/>
              </a:rPr>
              <a:t> install --id </a:t>
            </a:r>
            <a:r>
              <a:rPr lang="en-US" sz="2600" cap="none" spc="0" dirty="0" err="1">
                <a:solidFill>
                  <a:schemeClr val="bg1"/>
                </a:solidFill>
                <a:latin typeface="Times New Roman" panose="02020603050405020304" pitchFamily="18" charset="0"/>
                <a:cs typeface="Times New Roman" panose="02020603050405020304" pitchFamily="18" charset="0"/>
              </a:rPr>
              <a:t>GitHub.cli</a:t>
            </a:r>
            <a:r>
              <a:rPr lang="en-US" sz="2600" cap="none" spc="0" dirty="0">
                <a:solidFill>
                  <a:schemeClr val="bg1"/>
                </a:solidFill>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For Chocolatey, run this command: “</a:t>
            </a:r>
            <a:r>
              <a:rPr lang="en-US" sz="2600" cap="none" spc="0" dirty="0" err="1">
                <a:solidFill>
                  <a:schemeClr val="bg1"/>
                </a:solidFill>
                <a:latin typeface="Times New Roman" panose="02020603050405020304" pitchFamily="18" charset="0"/>
                <a:cs typeface="Times New Roman" panose="02020603050405020304" pitchFamily="18" charset="0"/>
              </a:rPr>
              <a:t>choco</a:t>
            </a:r>
            <a:r>
              <a:rPr lang="en-US" sz="2600" cap="none" spc="0" dirty="0">
                <a:solidFill>
                  <a:schemeClr val="bg1"/>
                </a:solidFill>
                <a:latin typeface="Times New Roman" panose="02020603050405020304" pitchFamily="18" charset="0"/>
                <a:cs typeface="Times New Roman" panose="02020603050405020304" pitchFamily="18" charset="0"/>
              </a:rPr>
              <a:t> install </a:t>
            </a:r>
            <a:r>
              <a:rPr lang="en-US" sz="2600" cap="none" spc="0" dirty="0" err="1">
                <a:solidFill>
                  <a:schemeClr val="bg1"/>
                </a:solidFill>
                <a:latin typeface="Times New Roman" panose="02020603050405020304" pitchFamily="18" charset="0"/>
                <a:cs typeface="Times New Roman" panose="02020603050405020304" pitchFamily="18" charset="0"/>
              </a:rPr>
              <a:t>gh</a:t>
            </a:r>
            <a:r>
              <a:rPr lang="en-US" sz="2600" cap="none" spc="0" dirty="0">
                <a:solidFill>
                  <a:schemeClr val="bg1"/>
                </a:solidFill>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2600" cap="none" spc="0" dirty="0">
                <a:solidFill>
                  <a:schemeClr val="bg1"/>
                </a:solidFill>
                <a:latin typeface="Times New Roman" panose="02020603050405020304" pitchFamily="18" charset="0"/>
                <a:cs typeface="Times New Roman" panose="02020603050405020304" pitchFamily="18" charset="0"/>
              </a:rPr>
              <a:t>For Scoop, run this command: “scoop install </a:t>
            </a:r>
            <a:r>
              <a:rPr lang="en-US" sz="2600" cap="none" spc="0" dirty="0" err="1">
                <a:solidFill>
                  <a:schemeClr val="bg1"/>
                </a:solidFill>
                <a:latin typeface="Times New Roman" panose="02020603050405020304" pitchFamily="18" charset="0"/>
                <a:cs typeface="Times New Roman" panose="02020603050405020304" pitchFamily="18" charset="0"/>
              </a:rPr>
              <a:t>gh</a:t>
            </a:r>
            <a:r>
              <a:rPr lang="en-US" sz="2600" cap="none" spc="0" dirty="0">
                <a:solidFill>
                  <a:schemeClr val="bg1"/>
                </a:solidFill>
                <a:latin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a16="http://schemas.microsoft.com/office/drawing/2014/main" id="{B2814C4B-EA8C-B72B-8CC3-68C1CE40E25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dirty="0"/>
          </a:p>
        </p:txBody>
      </p:sp>
    </p:spTree>
    <p:extLst>
      <p:ext uri="{BB962C8B-B14F-4D97-AF65-F5344CB8AC3E}">
        <p14:creationId xmlns:p14="http://schemas.microsoft.com/office/powerpoint/2010/main" val="3897069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F129D-ECB0-3456-B7B1-AA8942154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CE8C6-BC42-2332-BF07-290AB9DE3916}"/>
              </a:ext>
            </a:extLst>
          </p:cNvPr>
          <p:cNvSpPr>
            <a:spLocks noGrp="1"/>
          </p:cNvSpPr>
          <p:nvPr>
            <p:ph type="title"/>
          </p:nvPr>
        </p:nvSpPr>
        <p:spPr>
          <a:xfrm>
            <a:off x="321869" y="579121"/>
            <a:ext cx="11548261" cy="929639"/>
          </a:xfrm>
        </p:spPr>
        <p:txBody>
          <a:bodyPr anchor="ctr"/>
          <a:lstStyle/>
          <a:p>
            <a:r>
              <a:rPr lang="en-US" b="1" i="1" u="sng" spc="-150" dirty="0"/>
              <a:t>JSON </a:t>
            </a:r>
            <a:r>
              <a:rPr lang="en-US" b="1" i="1" u="sng" spc="-150" dirty="0" err="1"/>
              <a:t>fILE</a:t>
            </a:r>
            <a:endParaRPr lang="en-US" b="1" i="1" u="sng" spc="-150" dirty="0"/>
          </a:p>
        </p:txBody>
      </p:sp>
      <p:sp>
        <p:nvSpPr>
          <p:cNvPr id="4" name="Subtitle 3">
            <a:extLst>
              <a:ext uri="{FF2B5EF4-FFF2-40B4-BE49-F238E27FC236}">
                <a16:creationId xmlns:a16="http://schemas.microsoft.com/office/drawing/2014/main" id="{C9A7A8B0-90FB-40F9-35F4-8CE0ED9F98AD}"/>
              </a:ext>
            </a:extLst>
          </p:cNvPr>
          <p:cNvSpPr>
            <a:spLocks noGrp="1"/>
          </p:cNvSpPr>
          <p:nvPr>
            <p:ph type="subTitle" idx="1"/>
          </p:nvPr>
        </p:nvSpPr>
        <p:spPr>
          <a:xfrm>
            <a:off x="612649" y="1508761"/>
            <a:ext cx="10963656" cy="4770118"/>
          </a:xfrm>
        </p:spPr>
        <p:txBody>
          <a:bodyPr anchor="t"/>
          <a:lstStyle/>
          <a:p>
            <a:pPr marL="457200" indent="-457200" algn="l">
              <a:lnSpc>
                <a:spcPct val="100000"/>
              </a:lnSpc>
              <a:buFont typeface="Wingdings" panose="05000000000000000000" pitchFamily="2" charset="2"/>
              <a:buChar char="v"/>
            </a:pPr>
            <a:r>
              <a:rPr lang="en-US" sz="3200" b="1" i="1" u="sng" cap="none" spc="0" dirty="0"/>
              <a:t>Introduction</a:t>
            </a:r>
          </a:p>
          <a:p>
            <a:pPr algn="just"/>
            <a:r>
              <a:rPr lang="en-US" sz="2600" cap="none" spc="0" dirty="0">
                <a:solidFill>
                  <a:schemeClr val="bg1"/>
                </a:solidFill>
                <a:latin typeface="Times New Roman" panose="02020603050405020304" pitchFamily="18" charset="0"/>
                <a:cs typeface="Times New Roman" panose="02020603050405020304" pitchFamily="18" charset="0"/>
              </a:rPr>
              <a:t>	JSON (JavaScript Object Notation) is a lightweight data-interchange format widely used for data exchange between a server and a web application or between different system components.</a:t>
            </a:r>
          </a:p>
          <a:p>
            <a:pPr marL="457200" indent="-457200" algn="just">
              <a:buFont typeface="Wingdings" panose="05000000000000000000" pitchFamily="2" charset="2"/>
              <a:buChar char="v"/>
            </a:pPr>
            <a:r>
              <a:rPr lang="en-US" sz="3200" b="1" i="1" u="sng" cap="none" spc="0" dirty="0"/>
              <a:t>Steps</a:t>
            </a:r>
          </a:p>
          <a:p>
            <a:pPr marL="514350" indent="-514350" algn="just">
              <a:buFont typeface="+mj-lt"/>
              <a:buAutoNum type="arabicPeriod"/>
            </a:pPr>
            <a:r>
              <a:rPr lang="en-US" sz="2800" cap="none" spc="0" dirty="0">
                <a:solidFill>
                  <a:schemeClr val="bg1"/>
                </a:solidFill>
                <a:latin typeface="Times New Roman" panose="02020603050405020304" pitchFamily="18" charset="0"/>
                <a:cs typeface="Times New Roman" panose="02020603050405020304" pitchFamily="18" charset="0"/>
              </a:rPr>
              <a:t>Open a terminal (Command Prompt).</a:t>
            </a:r>
          </a:p>
          <a:p>
            <a:pPr marL="514350" indent="-514350" algn="just">
              <a:buFont typeface="+mj-lt"/>
              <a:buAutoNum type="arabicPeriod"/>
            </a:pPr>
            <a:r>
              <a:rPr lang="en-US" sz="2800" cap="none" spc="0" dirty="0">
                <a:solidFill>
                  <a:schemeClr val="bg1"/>
                </a:solidFill>
                <a:latin typeface="Times New Roman" panose="02020603050405020304" pitchFamily="18" charset="0"/>
                <a:cs typeface="Times New Roman" panose="02020603050405020304" pitchFamily="18" charset="0"/>
              </a:rPr>
              <a:t>Use the following command to choose your drive: “ Drive Name: ”.</a:t>
            </a:r>
          </a:p>
          <a:p>
            <a:pPr marL="514350" indent="-514350" algn="just">
              <a:buFont typeface="+mj-lt"/>
              <a:buAutoNum type="arabicPeriod"/>
            </a:pPr>
            <a:r>
              <a:rPr lang="en-US" sz="2800" cap="none" spc="0" dirty="0">
                <a:solidFill>
                  <a:schemeClr val="bg1"/>
                </a:solidFill>
                <a:latin typeface="Times New Roman" panose="02020603050405020304" pitchFamily="18" charset="0"/>
                <a:cs typeface="Times New Roman" panose="02020603050405020304" pitchFamily="18" charset="0"/>
              </a:rPr>
              <a:t>Run the following command to create a new directory: “</a:t>
            </a:r>
            <a:r>
              <a:rPr lang="en-US" sz="2800" cap="none" spc="0" dirty="0" err="1">
                <a:solidFill>
                  <a:schemeClr val="bg1"/>
                </a:solidFill>
                <a:latin typeface="Times New Roman" panose="02020603050405020304" pitchFamily="18" charset="0"/>
                <a:cs typeface="Times New Roman" panose="02020603050405020304" pitchFamily="18" charset="0"/>
              </a:rPr>
              <a:t>mkdir</a:t>
            </a:r>
            <a:r>
              <a:rPr lang="en-US" sz="2800" cap="none" spc="0" dirty="0">
                <a:solidFill>
                  <a:schemeClr val="bg1"/>
                </a:solidFill>
                <a:latin typeface="Times New Roman" panose="02020603050405020304" pitchFamily="18" charset="0"/>
                <a:cs typeface="Times New Roman" panose="02020603050405020304" pitchFamily="18" charset="0"/>
              </a:rPr>
              <a:t> Ghost-directory ”.</a:t>
            </a:r>
          </a:p>
          <a:p>
            <a:pPr marL="514350" indent="-514350" algn="just">
              <a:buFont typeface="+mj-lt"/>
              <a:buAutoNum type="arabicPeriod"/>
            </a:pPr>
            <a:r>
              <a:rPr lang="en-US" sz="2800" cap="none" spc="0" dirty="0">
                <a:solidFill>
                  <a:schemeClr val="bg1"/>
                </a:solidFill>
                <a:latin typeface="Times New Roman" panose="02020603050405020304" pitchFamily="18" charset="0"/>
                <a:cs typeface="Times New Roman" panose="02020603050405020304" pitchFamily="18" charset="0"/>
              </a:rPr>
              <a:t>Navigate to the newly created directory using: “cd Ghost-directory ”.</a:t>
            </a:r>
          </a:p>
        </p:txBody>
      </p:sp>
      <p:sp>
        <p:nvSpPr>
          <p:cNvPr id="3" name="Slide Number Placeholder 2">
            <a:extLst>
              <a:ext uri="{FF2B5EF4-FFF2-40B4-BE49-F238E27FC236}">
                <a16:creationId xmlns:a16="http://schemas.microsoft.com/office/drawing/2014/main" id="{79E65D22-F25C-C9D7-F597-F4682CBC400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6</a:t>
            </a:fld>
            <a:endParaRPr lang="en-US" dirty="0"/>
          </a:p>
        </p:txBody>
      </p:sp>
    </p:spTree>
    <p:extLst>
      <p:ext uri="{BB962C8B-B14F-4D97-AF65-F5344CB8AC3E}">
        <p14:creationId xmlns:p14="http://schemas.microsoft.com/office/powerpoint/2010/main" val="340029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29DA-55A7-8E49-172C-F6EEBB8E8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09992-7912-35EA-D96A-34A893841822}"/>
              </a:ext>
            </a:extLst>
          </p:cNvPr>
          <p:cNvSpPr>
            <a:spLocks noGrp="1"/>
          </p:cNvSpPr>
          <p:nvPr>
            <p:ph type="title"/>
          </p:nvPr>
        </p:nvSpPr>
        <p:spPr>
          <a:xfrm>
            <a:off x="414518" y="579122"/>
            <a:ext cx="11362963" cy="883918"/>
          </a:xfrm>
        </p:spPr>
        <p:txBody>
          <a:bodyPr anchor="ctr"/>
          <a:lstStyle/>
          <a:p>
            <a:r>
              <a:rPr lang="en-US" b="1" i="1" u="sng" spc="-150" dirty="0"/>
              <a:t>JSON </a:t>
            </a:r>
            <a:r>
              <a:rPr lang="en-US" b="1" i="1" u="sng" spc="-150" dirty="0" err="1"/>
              <a:t>fILE</a:t>
            </a:r>
            <a:endParaRPr lang="en-US" b="1" i="1" u="sng" spc="-150" dirty="0"/>
          </a:p>
        </p:txBody>
      </p:sp>
      <p:sp>
        <p:nvSpPr>
          <p:cNvPr id="4" name="Subtitle 3">
            <a:extLst>
              <a:ext uri="{FF2B5EF4-FFF2-40B4-BE49-F238E27FC236}">
                <a16:creationId xmlns:a16="http://schemas.microsoft.com/office/drawing/2014/main" id="{C02F8E09-F8EF-3D7C-FA49-B4AC807D49EA}"/>
              </a:ext>
            </a:extLst>
          </p:cNvPr>
          <p:cNvSpPr>
            <a:spLocks noGrp="1"/>
          </p:cNvSpPr>
          <p:nvPr>
            <p:ph type="subTitle" idx="1"/>
          </p:nvPr>
        </p:nvSpPr>
        <p:spPr>
          <a:xfrm>
            <a:off x="521209" y="1271017"/>
            <a:ext cx="11036808" cy="5320306"/>
          </a:xfrm>
        </p:spPr>
        <p:txBody>
          <a:bodyPr anchor="t"/>
          <a:lstStyle/>
          <a:p>
            <a:pPr marL="514350" indent="-514350" algn="l">
              <a:lnSpc>
                <a:spcPct val="100000"/>
              </a:lnSpc>
              <a:buFont typeface="+mj-lt"/>
              <a:buAutoNum type="arabicPeriod" startAt="4"/>
            </a:pPr>
            <a:r>
              <a:rPr lang="en-US" sz="2800" cap="none" spc="0" dirty="0">
                <a:solidFill>
                  <a:schemeClr val="bg1"/>
                </a:solidFill>
                <a:latin typeface="Times New Roman" panose="02020603050405020304" pitchFamily="18" charset="0"/>
                <a:cs typeface="Times New Roman" panose="02020603050405020304" pitchFamily="18" charset="0"/>
              </a:rPr>
              <a:t>Clone the Repository Using: “ git clone https://github.com/TryGhost/Ghost ”.</a:t>
            </a:r>
          </a:p>
          <a:p>
            <a:pPr marL="514350" indent="-514350" algn="l">
              <a:lnSpc>
                <a:spcPct val="100000"/>
              </a:lnSpc>
              <a:buFont typeface="+mj-lt"/>
              <a:buAutoNum type="arabicPeriod" startAt="4"/>
            </a:pPr>
            <a:r>
              <a:rPr lang="en-US" sz="2800" cap="none" spc="0" dirty="0">
                <a:solidFill>
                  <a:schemeClr val="bg1"/>
                </a:solidFill>
                <a:latin typeface="Times New Roman" panose="02020603050405020304" pitchFamily="18" charset="0"/>
                <a:cs typeface="Times New Roman" panose="02020603050405020304" pitchFamily="18" charset="0"/>
              </a:rPr>
              <a:t>After cloning the repository, again go to the desired directory enter the command: “cd E:\Ghost-directory\Ghost ”.</a:t>
            </a:r>
          </a:p>
          <a:p>
            <a:pPr marL="514350" indent="-514350" algn="l">
              <a:lnSpc>
                <a:spcPct val="100000"/>
              </a:lnSpc>
              <a:buFont typeface="+mj-lt"/>
              <a:buAutoNum type="arabicPeriod" startAt="4"/>
            </a:pPr>
            <a:r>
              <a:rPr lang="en-US" sz="2800" cap="none" spc="0" dirty="0">
                <a:solidFill>
                  <a:schemeClr val="bg1"/>
                </a:solidFill>
                <a:latin typeface="Times New Roman" panose="02020603050405020304" pitchFamily="18" charset="0"/>
                <a:cs typeface="Times New Roman" panose="02020603050405020304" pitchFamily="18" charset="0"/>
              </a:rPr>
              <a:t>After you're in the correct directory, run the command to fetch the issues: “ </a:t>
            </a:r>
            <a:r>
              <a:rPr lang="en-US" sz="2800" cap="none" spc="0" dirty="0" err="1">
                <a:solidFill>
                  <a:schemeClr val="bg1"/>
                </a:solidFill>
                <a:latin typeface="Times New Roman" panose="02020603050405020304" pitchFamily="18" charset="0"/>
                <a:cs typeface="Times New Roman" panose="02020603050405020304" pitchFamily="18" charset="0"/>
              </a:rPr>
              <a:t>gh</a:t>
            </a:r>
            <a:r>
              <a:rPr lang="en-US" sz="2800" cap="none" spc="0" dirty="0">
                <a:solidFill>
                  <a:schemeClr val="bg1"/>
                </a:solidFill>
                <a:latin typeface="Times New Roman" panose="02020603050405020304" pitchFamily="18" charset="0"/>
                <a:cs typeface="Times New Roman" panose="02020603050405020304" pitchFamily="18" charset="0"/>
              </a:rPr>
              <a:t> issue list --limit 10000 --state all --</a:t>
            </a:r>
            <a:r>
              <a:rPr lang="en-US" sz="2800" cap="none" spc="0" dirty="0" err="1">
                <a:solidFill>
                  <a:schemeClr val="bg1"/>
                </a:solidFill>
                <a:latin typeface="Times New Roman" panose="02020603050405020304" pitchFamily="18" charset="0"/>
                <a:cs typeface="Times New Roman" panose="02020603050405020304" pitchFamily="18" charset="0"/>
              </a:rPr>
              <a:t>json</a:t>
            </a:r>
            <a:r>
              <a:rPr lang="en-US" sz="2800" cap="none" spc="0" dirty="0">
                <a:solidFill>
                  <a:schemeClr val="bg1"/>
                </a:solidFill>
                <a:latin typeface="Times New Roman" panose="02020603050405020304" pitchFamily="18" charset="0"/>
                <a:cs typeface="Times New Roman" panose="02020603050405020304" pitchFamily="18" charset="0"/>
              </a:rPr>
              <a:t> number,title,assignees,state,url,author,comments,closed,closedAt,createdAt,updatedAt,labels,id,milestone &gt; </a:t>
            </a:r>
            <a:r>
              <a:rPr lang="en-US" sz="2800" cap="none" spc="0" dirty="0" err="1">
                <a:solidFill>
                  <a:schemeClr val="bg1"/>
                </a:solidFill>
                <a:latin typeface="Times New Roman" panose="02020603050405020304" pitchFamily="18" charset="0"/>
                <a:cs typeface="Times New Roman" panose="02020603050405020304" pitchFamily="18" charset="0"/>
              </a:rPr>
              <a:t>Ghost.json</a:t>
            </a:r>
            <a:r>
              <a:rPr lang="en-US" sz="2800" cap="none" spc="0" dirty="0">
                <a:solidFill>
                  <a:schemeClr val="bg1"/>
                </a:solidFill>
                <a:latin typeface="Times New Roman" panose="02020603050405020304" pitchFamily="18" charset="0"/>
                <a:cs typeface="Times New Roman" panose="02020603050405020304" pitchFamily="18" charset="0"/>
              </a:rPr>
              <a:t> ”.</a:t>
            </a:r>
          </a:p>
          <a:p>
            <a:pPr marL="514350" indent="-514350" algn="l">
              <a:lnSpc>
                <a:spcPct val="100000"/>
              </a:lnSpc>
              <a:buFont typeface="+mj-lt"/>
              <a:buAutoNum type="arabicPeriod" startAt="4"/>
            </a:pPr>
            <a:r>
              <a:rPr lang="en-US" sz="2800" cap="none" spc="0" dirty="0">
                <a:solidFill>
                  <a:schemeClr val="bg1"/>
                </a:solidFill>
                <a:latin typeface="Times New Roman" panose="02020603050405020304" pitchFamily="18" charset="0"/>
                <a:cs typeface="Times New Roman" panose="02020603050405020304" pitchFamily="18" charset="0"/>
              </a:rPr>
              <a:t>After running the command, a JSON file will be created, and its link is:</a:t>
            </a:r>
            <a:br>
              <a:rPr lang="en-US" sz="2800" cap="none" spc="0" dirty="0">
                <a:solidFill>
                  <a:schemeClr val="bg1"/>
                </a:solidFill>
                <a:latin typeface="Times New Roman" panose="02020603050405020304" pitchFamily="18" charset="0"/>
                <a:cs typeface="Times New Roman" panose="02020603050405020304" pitchFamily="18" charset="0"/>
              </a:rPr>
            </a:br>
            <a:r>
              <a:rPr lang="en-US" sz="2800" cap="none" spc="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https://1drv.ms/u/c/750608fc525d3c47/EUtturjWp6BPtv0FUeHoutcBMokJ7aae9S0oS2xfoRe7hg?e=gmhjEq</a:t>
            </a:r>
            <a:r>
              <a:rPr lang="en-US" sz="2800" cap="none" spc="0" dirty="0">
                <a:solidFill>
                  <a:schemeClr val="bg1"/>
                </a:solidFill>
                <a:latin typeface="Times New Roman" panose="02020603050405020304" pitchFamily="18" charset="0"/>
                <a:cs typeface="Times New Roman" panose="02020603050405020304" pitchFamily="18" charset="0"/>
              </a:rPr>
              <a:t>.</a:t>
            </a:r>
            <a:endParaRPr lang="en-US" sz="2800" cap="none" spc="0" dirty="0">
              <a:solidFill>
                <a:schemeClr val="accent4"/>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2AF1AB5-DFEC-6436-18AE-DA1E17D073E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7</a:t>
            </a:fld>
            <a:endParaRPr lang="en-US" dirty="0"/>
          </a:p>
        </p:txBody>
      </p:sp>
    </p:spTree>
    <p:extLst>
      <p:ext uri="{BB962C8B-B14F-4D97-AF65-F5344CB8AC3E}">
        <p14:creationId xmlns:p14="http://schemas.microsoft.com/office/powerpoint/2010/main" val="921171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88BC8-474F-F218-2839-1CF957AD2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E7C9B-5629-B060-1A77-FE6DADE5D59A}"/>
              </a:ext>
            </a:extLst>
          </p:cNvPr>
          <p:cNvSpPr>
            <a:spLocks noGrp="1"/>
          </p:cNvSpPr>
          <p:nvPr>
            <p:ph type="title"/>
          </p:nvPr>
        </p:nvSpPr>
        <p:spPr>
          <a:xfrm>
            <a:off x="414518" y="579122"/>
            <a:ext cx="11362963" cy="883918"/>
          </a:xfrm>
        </p:spPr>
        <p:txBody>
          <a:bodyPr anchor="ctr"/>
          <a:lstStyle/>
          <a:p>
            <a:r>
              <a:rPr lang="en-US" sz="3200" b="1" i="1" u="sng" dirty="0"/>
              <a:t>CSV File.</a:t>
            </a:r>
            <a:endParaRPr lang="en-US" b="1" i="1" u="sng" spc="-150" dirty="0"/>
          </a:p>
        </p:txBody>
      </p:sp>
      <p:sp>
        <p:nvSpPr>
          <p:cNvPr id="4" name="Subtitle 3">
            <a:extLst>
              <a:ext uri="{FF2B5EF4-FFF2-40B4-BE49-F238E27FC236}">
                <a16:creationId xmlns:a16="http://schemas.microsoft.com/office/drawing/2014/main" id="{B424C408-7B05-403B-3002-F6B087850E56}"/>
              </a:ext>
            </a:extLst>
          </p:cNvPr>
          <p:cNvSpPr>
            <a:spLocks noGrp="1"/>
          </p:cNvSpPr>
          <p:nvPr>
            <p:ph type="subTitle" idx="1"/>
          </p:nvPr>
        </p:nvSpPr>
        <p:spPr>
          <a:xfrm>
            <a:off x="521209" y="1463040"/>
            <a:ext cx="11036808" cy="4815838"/>
          </a:xfrm>
        </p:spPr>
        <p:txBody>
          <a:bodyPr anchor="t"/>
          <a:lstStyle/>
          <a:p>
            <a:pPr marL="457200" indent="-457200" algn="l">
              <a:lnSpc>
                <a:spcPct val="100000"/>
              </a:lnSpc>
              <a:buFont typeface="Wingdings" panose="05000000000000000000" pitchFamily="2" charset="2"/>
              <a:buChar char="v"/>
            </a:pPr>
            <a:r>
              <a:rPr lang="en-US" sz="3600" b="1" i="1" u="sng" cap="none" spc="0" dirty="0"/>
              <a:t>Introduction</a:t>
            </a:r>
          </a:p>
          <a:p>
            <a:pPr algn="just"/>
            <a:r>
              <a:rPr lang="en-US" sz="2800" cap="none" spc="0" dirty="0">
                <a:solidFill>
                  <a:schemeClr val="bg1"/>
                </a:solidFill>
                <a:latin typeface="Times New Roman" panose="02020603050405020304" pitchFamily="18" charset="0"/>
                <a:cs typeface="Times New Roman" panose="02020603050405020304" pitchFamily="18" charset="0"/>
              </a:rPr>
              <a:t>	CSV (Comma-Separated Values) file is a plain text file that stores data in a simple, human-readable format.</a:t>
            </a:r>
          </a:p>
          <a:p>
            <a:pPr marL="457200" indent="-457200" algn="just">
              <a:buFont typeface="Wingdings" panose="05000000000000000000" pitchFamily="2" charset="2"/>
              <a:buChar char="v"/>
            </a:pPr>
            <a:r>
              <a:rPr lang="en-US" sz="3600" b="1" i="1" u="sng" cap="none" spc="0" dirty="0"/>
              <a:t>Steps</a:t>
            </a:r>
          </a:p>
          <a:p>
            <a:pPr marL="742950" indent="-742950" algn="l">
              <a:buFont typeface="+mj-lt"/>
              <a:buAutoNum type="arabicPeriod"/>
            </a:pPr>
            <a:r>
              <a:rPr lang="en-US" sz="2800" i="1" cap="none" spc="0" dirty="0">
                <a:solidFill>
                  <a:schemeClr val="bg1"/>
                </a:solidFill>
                <a:latin typeface="Times New Roman" panose="02020603050405020304" pitchFamily="18" charset="0"/>
                <a:cs typeface="Times New Roman" panose="02020603050405020304" pitchFamily="18" charset="0"/>
              </a:rPr>
              <a:t>Installed Python from the given link</a:t>
            </a:r>
            <a:r>
              <a:rPr lang="en-US" sz="2800" b="1" i="1" u="sng" cap="none" spc="0" dirty="0">
                <a:solidFill>
                  <a:schemeClr val="accent4"/>
                </a:solidFill>
                <a:latin typeface="Times New Roman" panose="02020603050405020304" pitchFamily="18" charset="0"/>
                <a:cs typeface="Times New Roman" panose="02020603050405020304" pitchFamily="18" charset="0"/>
              </a:rPr>
              <a:t> </a:t>
            </a:r>
            <a:r>
              <a:rPr lang="en-US" sz="2800" b="1" i="1" u="sng" cap="none" spc="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https://www.python.org/downloads/</a:t>
            </a:r>
            <a:endParaRPr lang="en-US" sz="2800" b="1" i="1" u="sng" cap="none" spc="0" dirty="0">
              <a:solidFill>
                <a:schemeClr val="accent4"/>
              </a:solidFill>
              <a:latin typeface="Times New Roman" panose="02020603050405020304" pitchFamily="18" charset="0"/>
              <a:cs typeface="Times New Roman" panose="02020603050405020304" pitchFamily="18" charset="0"/>
            </a:endParaRPr>
          </a:p>
          <a:p>
            <a:pPr marL="742950" indent="-742950" algn="l">
              <a:buFont typeface="+mj-lt"/>
              <a:buAutoNum type="arabicPeriod"/>
            </a:pPr>
            <a:r>
              <a:rPr lang="en-US" sz="2800" i="1" cap="none" spc="0" dirty="0">
                <a:solidFill>
                  <a:schemeClr val="bg1"/>
                </a:solidFill>
                <a:latin typeface="Times New Roman" panose="02020603050405020304" pitchFamily="18" charset="0"/>
                <a:cs typeface="Times New Roman" panose="02020603050405020304" pitchFamily="18" charset="0"/>
              </a:rPr>
              <a:t>Install Panda by following the instructions provided on the official website </a:t>
            </a:r>
            <a:r>
              <a:rPr lang="en-US" sz="2800" i="1" cap="none" spc="0" dirty="0">
                <a:solidFill>
                  <a:schemeClr val="accent4"/>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https://pandas.pydata.org/docs/getting_started/install.html</a:t>
            </a:r>
            <a:r>
              <a:rPr lang="en-US" sz="2800" i="1" cap="none" spc="0" dirty="0">
                <a:solidFill>
                  <a:schemeClr val="bg1"/>
                </a:solidFill>
                <a:latin typeface="Times New Roman" panose="02020603050405020304" pitchFamily="18" charset="0"/>
                <a:cs typeface="Times New Roman" panose="02020603050405020304" pitchFamily="18" charset="0"/>
              </a:rPr>
              <a:t>.</a:t>
            </a:r>
          </a:p>
          <a:p>
            <a:pPr marL="742950" indent="-742950" algn="l">
              <a:buFont typeface="+mj-lt"/>
              <a:buAutoNum type="arabicPeriod"/>
            </a:pPr>
            <a:r>
              <a:rPr lang="en-US" sz="2800" i="1" cap="none" spc="0" dirty="0">
                <a:solidFill>
                  <a:schemeClr val="bg1"/>
                </a:solidFill>
                <a:latin typeface="Times New Roman" panose="02020603050405020304" pitchFamily="18" charset="0"/>
                <a:cs typeface="Times New Roman" panose="02020603050405020304" pitchFamily="18" charset="0"/>
              </a:rPr>
              <a:t>Open CMD and navigate to the directory containing the .JSON file.</a:t>
            </a:r>
          </a:p>
          <a:p>
            <a:pPr algn="l">
              <a:lnSpc>
                <a:spcPct val="100000"/>
              </a:lnSpc>
            </a:pPr>
            <a:endParaRPr lang="en-US" sz="2800" cap="none" spc="0" dirty="0">
              <a:solidFill>
                <a:schemeClr val="accent4"/>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ABF18EE-BAF4-D176-46C5-4FBAB04B8EBB}"/>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dirty="0"/>
          </a:p>
        </p:txBody>
      </p:sp>
    </p:spTree>
    <p:extLst>
      <p:ext uri="{BB962C8B-B14F-4D97-AF65-F5344CB8AC3E}">
        <p14:creationId xmlns:p14="http://schemas.microsoft.com/office/powerpoint/2010/main" val="153084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1BD64-FE0E-D5DA-F90E-F2EB87F06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760F9-5A2A-03F1-762F-5F348E888993}"/>
              </a:ext>
            </a:extLst>
          </p:cNvPr>
          <p:cNvSpPr>
            <a:spLocks noGrp="1"/>
          </p:cNvSpPr>
          <p:nvPr>
            <p:ph type="title"/>
          </p:nvPr>
        </p:nvSpPr>
        <p:spPr>
          <a:xfrm>
            <a:off x="414518" y="579122"/>
            <a:ext cx="11362963" cy="883918"/>
          </a:xfrm>
        </p:spPr>
        <p:txBody>
          <a:bodyPr anchor="ctr"/>
          <a:lstStyle/>
          <a:p>
            <a:r>
              <a:rPr lang="en-US" sz="3200" b="1" i="1" u="sng" dirty="0"/>
              <a:t>CSV File.</a:t>
            </a:r>
            <a:endParaRPr lang="en-US" b="1" i="1" u="sng" spc="-150" dirty="0"/>
          </a:p>
        </p:txBody>
      </p:sp>
      <p:sp>
        <p:nvSpPr>
          <p:cNvPr id="4" name="Subtitle 3">
            <a:extLst>
              <a:ext uri="{FF2B5EF4-FFF2-40B4-BE49-F238E27FC236}">
                <a16:creationId xmlns:a16="http://schemas.microsoft.com/office/drawing/2014/main" id="{F6A0B2BA-3143-CA59-96DA-014B95ECD00D}"/>
              </a:ext>
            </a:extLst>
          </p:cNvPr>
          <p:cNvSpPr>
            <a:spLocks noGrp="1"/>
          </p:cNvSpPr>
          <p:nvPr>
            <p:ph type="subTitle" idx="1"/>
          </p:nvPr>
        </p:nvSpPr>
        <p:spPr>
          <a:xfrm>
            <a:off x="664029" y="1463040"/>
            <a:ext cx="10893988" cy="4815838"/>
          </a:xfrm>
        </p:spPr>
        <p:txBody>
          <a:bodyPr anchor="t"/>
          <a:lstStyle/>
          <a:p>
            <a:pPr marL="514350" indent="-514350" algn="l">
              <a:lnSpc>
                <a:spcPct val="100000"/>
              </a:lnSpc>
              <a:buFont typeface="+mj-lt"/>
              <a:buAutoNum type="arabicPeriod" startAt="4"/>
            </a:pPr>
            <a:r>
              <a:rPr lang="en-US" sz="2800" i="1" cap="none" spc="0" dirty="0">
                <a:solidFill>
                  <a:schemeClr val="bg1"/>
                </a:solidFill>
                <a:latin typeface="Times New Roman" panose="02020603050405020304" pitchFamily="18" charset="0"/>
                <a:cs typeface="Times New Roman" panose="02020603050405020304" pitchFamily="18" charset="0"/>
              </a:rPr>
              <a:t>Create a new file name as “convert_json_to_csv.py” which contains the Python code for converting .JSON file into .CSV file. </a:t>
            </a:r>
          </a:p>
          <a:p>
            <a:pPr marL="514350" indent="-514350" algn="l">
              <a:lnSpc>
                <a:spcPct val="100000"/>
              </a:lnSpc>
              <a:buFont typeface="+mj-lt"/>
              <a:buAutoNum type="arabicPeriod" startAt="5"/>
            </a:pPr>
            <a:r>
              <a:rPr lang="en-US" sz="2800" i="1" cap="none" spc="0" dirty="0">
                <a:solidFill>
                  <a:schemeClr val="bg1"/>
                </a:solidFill>
                <a:latin typeface="Times New Roman" panose="02020603050405020304" pitchFamily="18" charset="0"/>
                <a:cs typeface="Times New Roman" panose="02020603050405020304" pitchFamily="18" charset="0"/>
              </a:rPr>
              <a:t>Run the following command “python convert_json_to_csv.py” to run the code.</a:t>
            </a:r>
          </a:p>
          <a:p>
            <a:pPr marL="514350" indent="-514350" algn="l">
              <a:lnSpc>
                <a:spcPct val="100000"/>
              </a:lnSpc>
              <a:buFont typeface="+mj-lt"/>
              <a:buAutoNum type="arabicPeriod" startAt="5"/>
            </a:pPr>
            <a:r>
              <a:rPr lang="en-US" sz="2800" i="1" cap="none" spc="0" dirty="0">
                <a:solidFill>
                  <a:schemeClr val="bg1"/>
                </a:solidFill>
                <a:latin typeface="Times New Roman" panose="02020603050405020304" pitchFamily="18" charset="0"/>
                <a:cs typeface="Times New Roman" panose="02020603050405020304" pitchFamily="18" charset="0"/>
              </a:rPr>
              <a:t>The code will read the .JSON file and create a new .CSV file</a:t>
            </a:r>
          </a:p>
          <a:p>
            <a:pPr marL="514350" indent="-514350" algn="l">
              <a:lnSpc>
                <a:spcPct val="150000"/>
              </a:lnSpc>
              <a:buFont typeface="+mj-lt"/>
              <a:buAutoNum type="arabicPeriod" startAt="5"/>
            </a:pPr>
            <a:r>
              <a:rPr lang="en-US" sz="2800" i="1" cap="none" spc="300" dirty="0">
                <a:solidFill>
                  <a:schemeClr val="bg1"/>
                </a:solidFill>
                <a:latin typeface="Times New Roman" panose="02020603050405020304" pitchFamily="18" charset="0"/>
                <a:cs typeface="Times New Roman" panose="02020603050405020304" pitchFamily="18" charset="0"/>
              </a:rPr>
              <a:t>The link of the file is given below </a:t>
            </a:r>
            <a:r>
              <a:rPr lang="en-US" sz="2800" i="1" cap="none" spc="30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https://1drv.ms/x/c/750608fc525d3c47/EQhGqnGUD2RPjRXIr-iLLsABnY0S1Xg93iCHJ1mTKO0MTA?e=VL1wC6</a:t>
            </a:r>
            <a:r>
              <a:rPr lang="en-US" sz="2800" i="1" cap="none" spc="300" dirty="0">
                <a:solidFill>
                  <a:schemeClr val="bg1"/>
                </a:solidFill>
                <a:latin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a16="http://schemas.microsoft.com/office/drawing/2014/main" id="{AF4D8221-51F0-7C01-DD39-53800979BAD9}"/>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9</a:t>
            </a:fld>
            <a:endParaRPr lang="en-US" dirty="0"/>
          </a:p>
        </p:txBody>
      </p:sp>
    </p:spTree>
    <p:extLst>
      <p:ext uri="{BB962C8B-B14F-4D97-AF65-F5344CB8AC3E}">
        <p14:creationId xmlns:p14="http://schemas.microsoft.com/office/powerpoint/2010/main" val="14192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B9D60-46F3-FF59-7FBE-8B6079393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5FE81-560E-EB65-1BE0-F16ECBEBEE75}"/>
              </a:ext>
            </a:extLst>
          </p:cNvPr>
          <p:cNvSpPr>
            <a:spLocks noGrp="1"/>
          </p:cNvSpPr>
          <p:nvPr>
            <p:ph type="title"/>
          </p:nvPr>
        </p:nvSpPr>
        <p:spPr>
          <a:xfrm>
            <a:off x="414518" y="579122"/>
            <a:ext cx="11362963" cy="654255"/>
          </a:xfrm>
        </p:spPr>
        <p:txBody>
          <a:bodyPr anchor="ctr"/>
          <a:lstStyle/>
          <a:p>
            <a:r>
              <a:rPr lang="en-US" b="1" i="1" u="sng" spc="-150" dirty="0"/>
              <a:t>Classification</a:t>
            </a:r>
          </a:p>
        </p:txBody>
      </p:sp>
      <p:sp>
        <p:nvSpPr>
          <p:cNvPr id="4" name="Subtitle 3">
            <a:extLst>
              <a:ext uri="{FF2B5EF4-FFF2-40B4-BE49-F238E27FC236}">
                <a16:creationId xmlns:a16="http://schemas.microsoft.com/office/drawing/2014/main" id="{7C70C0ED-FE7F-A9FE-DCDE-43CD8403BA6D}"/>
              </a:ext>
            </a:extLst>
          </p:cNvPr>
          <p:cNvSpPr>
            <a:spLocks noGrp="1"/>
          </p:cNvSpPr>
          <p:nvPr>
            <p:ph type="subTitle" idx="1"/>
          </p:nvPr>
        </p:nvSpPr>
        <p:spPr>
          <a:xfrm>
            <a:off x="664029" y="1318437"/>
            <a:ext cx="10893988" cy="4960441"/>
          </a:xfrm>
        </p:spPr>
        <p:txBody>
          <a:bodyPr anchor="t"/>
          <a:lstStyle/>
          <a:p>
            <a:pPr marL="457200" indent="-457200" algn="l">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 Based on the words mentioned in the table we used (if / else) statements to search issues in cell (name as comments) of the CSV file and classified (labeled)this as Duplicate and won’t fix, The issues that had been classified as duplicate and won’t fix had been saves in separate files and those files links are as follows:</a:t>
            </a:r>
          </a:p>
          <a:p>
            <a:r>
              <a:rPr lang="en-US" sz="3000" b="1" i="1" u="sng" cap="none" spc="0" dirty="0">
                <a:solidFill>
                  <a:schemeClr val="accent2"/>
                </a:solidFill>
                <a:latin typeface="Times New Roman" panose="02020603050405020304" pitchFamily="18" charset="0"/>
                <a:cs typeface="Times New Roman" panose="02020603050405020304" pitchFamily="18" charset="0"/>
              </a:rPr>
              <a:t>Duplicate</a:t>
            </a:r>
          </a:p>
          <a:p>
            <a:pPr marL="457200" indent="-457200" algn="l">
              <a:buFont typeface="Wingdings" panose="05000000000000000000" pitchFamily="2" charset="2"/>
              <a:buChar char="v"/>
            </a:pPr>
            <a:r>
              <a:rPr lang="en-US" sz="2600" b="1" i="1" u="sng" cap="none" spc="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https://1drv.ms/x/c/750608fc525d3c47/EW9JJ7bQNWhHrbIDyeOdnMkB0_V9Yz5pfXGbvQurS1rGGQ?e=cvGhyt</a:t>
            </a:r>
            <a:endParaRPr lang="en-US" sz="2600" b="1" i="1" u="sng" cap="none" spc="0" dirty="0">
              <a:solidFill>
                <a:schemeClr val="accent4"/>
              </a:solidFill>
              <a:latin typeface="Times New Roman" panose="02020603050405020304" pitchFamily="18" charset="0"/>
              <a:cs typeface="Times New Roman" panose="02020603050405020304" pitchFamily="18" charset="0"/>
            </a:endParaRPr>
          </a:p>
          <a:p>
            <a:r>
              <a:rPr lang="en-US" sz="3000" b="1" i="1" u="sng" cap="none" spc="0" dirty="0">
                <a:solidFill>
                  <a:srgbClr val="FF0000"/>
                </a:solidFill>
                <a:latin typeface="Times New Roman" panose="02020603050405020304" pitchFamily="18" charset="0"/>
                <a:cs typeface="Times New Roman" panose="02020603050405020304" pitchFamily="18" charset="0"/>
              </a:rPr>
              <a:t>Won’t fix</a:t>
            </a:r>
          </a:p>
          <a:p>
            <a:pPr marL="457200" indent="-457200" algn="l">
              <a:buFont typeface="Wingdings" panose="05000000000000000000" pitchFamily="2" charset="2"/>
              <a:buChar char="v"/>
            </a:pPr>
            <a:r>
              <a:rPr lang="en-US" sz="2600" b="1" i="1" u="sng" cap="none" spc="0" dirty="0">
                <a:solidFill>
                  <a:schemeClr val="accent4"/>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https://1drv.ms/x/c/750608fc525d3c47/EZrf6BbLWjZKjQ5GswpUyjgB0S_4Hpfju905atlTQ9Gdtw?e=FjyadO</a:t>
            </a:r>
            <a:endParaRPr lang="en-US" sz="2600" b="1" i="1" u="sng" cap="none" spc="0" dirty="0">
              <a:solidFill>
                <a:schemeClr val="accent4"/>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79473F4-52D9-E037-1F67-36CA131A081E}"/>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10</a:t>
            </a:fld>
            <a:endParaRPr lang="en-US" dirty="0"/>
          </a:p>
        </p:txBody>
      </p:sp>
    </p:spTree>
    <p:extLst>
      <p:ext uri="{BB962C8B-B14F-4D97-AF65-F5344CB8AC3E}">
        <p14:creationId xmlns:p14="http://schemas.microsoft.com/office/powerpoint/2010/main" val="70750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75A6-24E2-0E8F-1632-A48A7C984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34576-8F81-44A9-E756-767626980BF8}"/>
              </a:ext>
            </a:extLst>
          </p:cNvPr>
          <p:cNvSpPr>
            <a:spLocks noGrp="1"/>
          </p:cNvSpPr>
          <p:nvPr>
            <p:ph type="title"/>
          </p:nvPr>
        </p:nvSpPr>
        <p:spPr>
          <a:xfrm>
            <a:off x="414518" y="579122"/>
            <a:ext cx="11362963" cy="906729"/>
          </a:xfrm>
        </p:spPr>
        <p:txBody>
          <a:bodyPr anchor="ctr"/>
          <a:lstStyle/>
          <a:p>
            <a:r>
              <a:rPr lang="en-US" b="1" i="1" u="sng" spc="-150" dirty="0"/>
              <a:t>Contributors -names </a:t>
            </a:r>
          </a:p>
        </p:txBody>
      </p:sp>
      <p:sp>
        <p:nvSpPr>
          <p:cNvPr id="3" name="Slide Number Placeholder 2">
            <a:extLst>
              <a:ext uri="{FF2B5EF4-FFF2-40B4-BE49-F238E27FC236}">
                <a16:creationId xmlns:a16="http://schemas.microsoft.com/office/drawing/2014/main" id="{A29C606D-97A4-6CEE-30A5-2119A5144CA5}"/>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11</a:t>
            </a:fld>
            <a:endParaRPr lang="en-US" dirty="0"/>
          </a:p>
        </p:txBody>
      </p:sp>
      <p:sp>
        <p:nvSpPr>
          <p:cNvPr id="8" name="TextBox 7">
            <a:extLst>
              <a:ext uri="{FF2B5EF4-FFF2-40B4-BE49-F238E27FC236}">
                <a16:creationId xmlns:a16="http://schemas.microsoft.com/office/drawing/2014/main" id="{2998F7D6-6602-6859-15F9-937FBAEE7502}"/>
              </a:ext>
            </a:extLst>
          </p:cNvPr>
          <p:cNvSpPr txBox="1"/>
          <p:nvPr/>
        </p:nvSpPr>
        <p:spPr>
          <a:xfrm>
            <a:off x="649005" y="1485851"/>
            <a:ext cx="10893987" cy="1692771"/>
          </a:xfrm>
          <a:prstGeom prst="rect">
            <a:avLst/>
          </a:prstGeom>
          <a:noFill/>
        </p:spPr>
        <p:txBody>
          <a:bodyPr wrap="square">
            <a:spAutoFit/>
          </a:bodyPr>
          <a:lstStyle/>
          <a:p>
            <a:pPr marL="457200" indent="-457200" algn="l">
              <a:lnSpc>
                <a:spcPct val="100000"/>
              </a:lnSpc>
              <a:buFont typeface="Wingdings" panose="05000000000000000000" pitchFamily="2" charset="2"/>
              <a:buChar char="Ø"/>
            </a:pPr>
            <a:r>
              <a:rPr lang="en-US" sz="2600" i="1" cap="none" spc="-150" dirty="0">
                <a:solidFill>
                  <a:schemeClr val="bg1"/>
                </a:solidFill>
                <a:latin typeface="Times New Roman" panose="02020603050405020304" pitchFamily="18" charset="0"/>
                <a:cs typeface="Times New Roman" panose="02020603050405020304" pitchFamily="18" charset="0"/>
              </a:rPr>
              <a:t>The  total no of  unique names of the contributors are </a:t>
            </a:r>
            <a:r>
              <a:rPr lang="en-US" sz="2600" i="1" cap="none" spc="-150" dirty="0">
                <a:solidFill>
                  <a:schemeClr val="tx2"/>
                </a:solidFill>
                <a:latin typeface="Times New Roman" panose="02020603050405020304" pitchFamily="18" charset="0"/>
                <a:cs typeface="Times New Roman" panose="02020603050405020304" pitchFamily="18" charset="0"/>
              </a:rPr>
              <a:t>(343)</a:t>
            </a:r>
            <a:r>
              <a:rPr lang="en-US" sz="2600" i="1" cap="none" spc="-150" dirty="0">
                <a:solidFill>
                  <a:schemeClr val="bg1"/>
                </a:solidFill>
                <a:latin typeface="Times New Roman" panose="02020603050405020304" pitchFamily="18" charset="0"/>
                <a:cs typeface="Times New Roman" panose="02020603050405020304" pitchFamily="18" charset="0"/>
              </a:rPr>
              <a:t> and the link of the file containing those names are as follows :</a:t>
            </a:r>
          </a:p>
          <a:p>
            <a:pPr marL="914400" lvl="1" indent="-457200">
              <a:buFont typeface="Wingdings" panose="05000000000000000000" pitchFamily="2" charset="2"/>
              <a:buChar char="§"/>
            </a:pPr>
            <a:r>
              <a:rPr lang="en-US" sz="2600" i="1" cap="none" spc="-15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https://1drv.ms/x/c/750608fc525d3c47/EVlZP8v-CnBOpEGXuV6NFS4BPW-rLk6Yhsaa3xQbLM-rzw?e=CCM2ZH</a:t>
            </a:r>
            <a:endParaRPr lang="en-US" sz="2600" i="1" cap="none" spc="-150" dirty="0">
              <a:solidFill>
                <a:schemeClr val="accent4"/>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4E1C29DD-C8D3-9104-1F97-9151DE5BFAE6}"/>
              </a:ext>
            </a:extLst>
          </p:cNvPr>
          <p:cNvSpPr txBox="1">
            <a:spLocks/>
          </p:cNvSpPr>
          <p:nvPr/>
        </p:nvSpPr>
        <p:spPr>
          <a:xfrm>
            <a:off x="521208" y="3526971"/>
            <a:ext cx="11362963" cy="65425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200" kern="1200" cap="all" spc="300" baseline="0">
                <a:solidFill>
                  <a:schemeClr val="bg1"/>
                </a:solidFill>
                <a:latin typeface="+mj-lt"/>
                <a:ea typeface="+mj-ea"/>
                <a:cs typeface="Biome" panose="020B0503030204020804" pitchFamily="34" charset="0"/>
              </a:defRPr>
            </a:lvl1pPr>
          </a:lstStyle>
          <a:p>
            <a:r>
              <a:rPr lang="en-US" b="1" i="1" u="sng" spc="-150" dirty="0"/>
              <a:t>Issues-REPORTED </a:t>
            </a:r>
          </a:p>
        </p:txBody>
      </p:sp>
      <p:sp>
        <p:nvSpPr>
          <p:cNvPr id="6" name="Subtitle 3">
            <a:extLst>
              <a:ext uri="{FF2B5EF4-FFF2-40B4-BE49-F238E27FC236}">
                <a16:creationId xmlns:a16="http://schemas.microsoft.com/office/drawing/2014/main" id="{18EB897F-D399-F58B-A57C-0C83CBB6DBED}"/>
              </a:ext>
            </a:extLst>
          </p:cNvPr>
          <p:cNvSpPr txBox="1">
            <a:spLocks/>
          </p:cNvSpPr>
          <p:nvPr/>
        </p:nvSpPr>
        <p:spPr>
          <a:xfrm>
            <a:off x="612505" y="4345170"/>
            <a:ext cx="10945512" cy="1717083"/>
          </a:xfrm>
          <a:prstGeom prst="rect">
            <a:avLst/>
          </a:prstGeom>
        </p:spPr>
        <p:txBody>
          <a:bodyPr vert="horz" lIns="91440" tIns="45720" rIns="91440" bIns="45720" numCol="1"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6000" b="0" i="0" kern="1200" cap="all" spc="600" baseline="0">
                <a:solidFill>
                  <a:schemeClr val="accent3">
                    <a:lumMod val="75000"/>
                  </a:schemeClr>
                </a:solidFill>
                <a:latin typeface="+mj-lt"/>
                <a:ea typeface="+mn-ea"/>
                <a:cs typeface="Biome Light" panose="020B0303030204020804" pitchFamily="34" charset="0"/>
              </a:defRPr>
            </a:lvl1pPr>
            <a:lvl2pPr marL="457200" indent="0" algn="ctr" defTabSz="914400" rtl="0" eaLnBrk="1" latinLnBrk="0" hangingPunct="1">
              <a:lnSpc>
                <a:spcPct val="90000"/>
              </a:lnSpc>
              <a:spcBef>
                <a:spcPts val="500"/>
              </a:spcBef>
              <a:buClr>
                <a:schemeClr val="accent6"/>
              </a:buClr>
              <a:buFont typeface="Arial" panose="020B0604020202020204" pitchFamily="34" charset="0"/>
              <a:buNone/>
              <a:defRPr sz="2000" kern="1200">
                <a:solidFill>
                  <a:schemeClr val="bg1"/>
                </a:solidFill>
                <a:latin typeface="+mn-lt"/>
                <a:ea typeface="+mn-ea"/>
                <a:cs typeface="+mn-cs"/>
              </a:defRPr>
            </a:lvl2pPr>
            <a:lvl3pPr marL="914400" indent="0" algn="ctr" defTabSz="914400" rtl="0" eaLnBrk="1" latinLnBrk="0" hangingPunct="1">
              <a:lnSpc>
                <a:spcPct val="90000"/>
              </a:lnSpc>
              <a:spcBef>
                <a:spcPts val="500"/>
              </a:spcBef>
              <a:buClr>
                <a:schemeClr val="accent6"/>
              </a:buClr>
              <a:buFont typeface="Arial" panose="020B0604020202020204" pitchFamily="34" charset="0"/>
              <a:buNone/>
              <a:defRPr sz="1800" kern="1200">
                <a:solidFill>
                  <a:schemeClr val="bg1"/>
                </a:solidFill>
                <a:latin typeface="+mn-lt"/>
                <a:ea typeface="+mn-ea"/>
                <a:cs typeface="+mn-cs"/>
              </a:defRPr>
            </a:lvl3pPr>
            <a:lvl4pPr marL="1371600" indent="0" algn="ctr" defTabSz="914400" rtl="0" eaLnBrk="1" latinLnBrk="0" hangingPunct="1">
              <a:lnSpc>
                <a:spcPct val="90000"/>
              </a:lnSpc>
              <a:spcBef>
                <a:spcPts val="500"/>
              </a:spcBef>
              <a:buClr>
                <a:schemeClr val="accent6"/>
              </a:buClr>
              <a:buFont typeface="Arial" panose="020B0604020202020204" pitchFamily="34" charset="0"/>
              <a:buNone/>
              <a:defRPr sz="1600" kern="1200">
                <a:solidFill>
                  <a:schemeClr val="bg1"/>
                </a:solidFill>
                <a:latin typeface="+mn-lt"/>
                <a:ea typeface="+mn-ea"/>
                <a:cs typeface="+mn-cs"/>
              </a:defRPr>
            </a:lvl4pPr>
            <a:lvl5pPr marL="1828800" indent="0" algn="ctr" defTabSz="914400" rtl="0" eaLnBrk="1" latinLnBrk="0" hangingPunct="1">
              <a:lnSpc>
                <a:spcPct val="90000"/>
              </a:lnSpc>
              <a:spcBef>
                <a:spcPts val="500"/>
              </a:spcBef>
              <a:buClr>
                <a:schemeClr val="accent6"/>
              </a:buClr>
              <a:buFont typeface="Arial" panose="020B0604020202020204" pitchFamily="34" charset="0"/>
              <a:buNone/>
              <a:defRPr sz="1600" kern="1200">
                <a:solidFill>
                  <a:schemeClr val="bg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The total no of  issues that report the term “‘example, </a:t>
            </a:r>
            <a:r>
              <a:rPr lang="en-US" sz="2600" i="1" cap="none" spc="0" dirty="0" err="1">
                <a:solidFill>
                  <a:schemeClr val="bg1"/>
                </a:solidFill>
                <a:latin typeface="Times New Roman" panose="02020603050405020304" pitchFamily="18" charset="0"/>
                <a:cs typeface="Times New Roman" panose="02020603050405020304" pitchFamily="18" charset="0"/>
              </a:rPr>
              <a:t>examp</a:t>
            </a:r>
            <a:r>
              <a:rPr lang="en-US" sz="2600" i="1" cap="none" spc="0" dirty="0">
                <a:solidFill>
                  <a:schemeClr val="bg1"/>
                </a:solidFill>
                <a:latin typeface="Times New Roman" panose="02020603050405020304" pitchFamily="18" charset="0"/>
                <a:cs typeface="Times New Roman" panose="02020603050405020304" pitchFamily="18" charset="0"/>
              </a:rPr>
              <a:t>%), or something similar to it” are </a:t>
            </a:r>
            <a:r>
              <a:rPr lang="en-US" sz="2600" i="1" cap="none" spc="0" dirty="0">
                <a:solidFill>
                  <a:schemeClr val="tx2"/>
                </a:solidFill>
                <a:latin typeface="Times New Roman" panose="02020603050405020304" pitchFamily="18" charset="0"/>
                <a:cs typeface="Times New Roman" panose="02020603050405020304" pitchFamily="18" charset="0"/>
              </a:rPr>
              <a:t>(25) </a:t>
            </a:r>
            <a:r>
              <a:rPr lang="en-US" sz="2600" i="1" cap="none" spc="0" dirty="0">
                <a:solidFill>
                  <a:schemeClr val="bg1"/>
                </a:solidFill>
                <a:latin typeface="Times New Roman" panose="02020603050405020304" pitchFamily="18" charset="0"/>
                <a:cs typeface="Times New Roman" panose="02020603050405020304" pitchFamily="18" charset="0"/>
              </a:rPr>
              <a:t>and the link of the file containing those issues are as follows: </a:t>
            </a:r>
            <a:r>
              <a:rPr lang="en-US" sz="2600" i="1" cap="none" spc="0" dirty="0">
                <a:solidFill>
                  <a:schemeClr val="accent4"/>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https://1drv.ms/x/c/750608fc525d3c47/Ef3J1AhUb0NBuHTax4Xm1TABvLwrWpF_VAI6Hom28Fmf2g?e=C7hC7N</a:t>
            </a:r>
            <a:r>
              <a:rPr lang="en-US" sz="2600" i="1" cap="none" spc="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61354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57CCA-6994-5FFA-56C2-9A90CD95C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48369-5975-9156-1069-E77FB97A18FA}"/>
              </a:ext>
            </a:extLst>
          </p:cNvPr>
          <p:cNvSpPr>
            <a:spLocks noGrp="1"/>
          </p:cNvSpPr>
          <p:nvPr>
            <p:ph type="title"/>
          </p:nvPr>
        </p:nvSpPr>
        <p:spPr>
          <a:xfrm>
            <a:off x="414518" y="579122"/>
            <a:ext cx="11362963" cy="654255"/>
          </a:xfrm>
        </p:spPr>
        <p:txBody>
          <a:bodyPr anchor="ctr"/>
          <a:lstStyle/>
          <a:p>
            <a:r>
              <a:rPr lang="en-US" b="1" i="1" u="sng" spc="-150" dirty="0" err="1"/>
              <a:t>Requirment</a:t>
            </a:r>
            <a:r>
              <a:rPr lang="en-US" b="1" i="1" u="sng" spc="-150" dirty="0"/>
              <a:t>-Management-Tool</a:t>
            </a:r>
          </a:p>
        </p:txBody>
      </p:sp>
      <p:sp>
        <p:nvSpPr>
          <p:cNvPr id="4" name="Subtitle 3">
            <a:extLst>
              <a:ext uri="{FF2B5EF4-FFF2-40B4-BE49-F238E27FC236}">
                <a16:creationId xmlns:a16="http://schemas.microsoft.com/office/drawing/2014/main" id="{A4984D70-E74E-716D-FDF1-1E1C8BFAE616}"/>
              </a:ext>
            </a:extLst>
          </p:cNvPr>
          <p:cNvSpPr>
            <a:spLocks noGrp="1"/>
          </p:cNvSpPr>
          <p:nvPr>
            <p:ph type="subTitle" idx="1"/>
          </p:nvPr>
        </p:nvSpPr>
        <p:spPr>
          <a:xfrm>
            <a:off x="499730" y="1233377"/>
            <a:ext cx="11058287" cy="5210966"/>
          </a:xfrm>
        </p:spPr>
        <p:txBody>
          <a:bodyPr numCol="1" anchor="t"/>
          <a:lstStyle/>
          <a:p>
            <a:pPr marL="457200" indent="-457200" algn="l">
              <a:lnSpc>
                <a:spcPct val="100000"/>
              </a:lnSpc>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One tool for requirement management is “Notion”. Notion is an excellent tool for managing requirements due to its flexibility, collaborative features, and customizable templates.</a:t>
            </a:r>
          </a:p>
          <a:p>
            <a:pPr>
              <a:lnSpc>
                <a:spcPct val="100000"/>
              </a:lnSpc>
            </a:pPr>
            <a:r>
              <a:rPr lang="en-US" sz="3000" b="1" i="1" u="sng" cap="none" spc="0" dirty="0">
                <a:solidFill>
                  <a:schemeClr val="accent4"/>
                </a:solidFill>
                <a:latin typeface="Times New Roman" panose="02020603050405020304" pitchFamily="18" charset="0"/>
                <a:cs typeface="Times New Roman" panose="02020603050405020304" pitchFamily="18" charset="0"/>
              </a:rPr>
              <a:t>Key Features </a:t>
            </a:r>
            <a:r>
              <a:rPr lang="en-US" sz="3000" b="1" i="1" u="sng" cap="none" spc="0">
                <a:solidFill>
                  <a:schemeClr val="accent4"/>
                </a:solidFill>
                <a:latin typeface="Times New Roman" panose="02020603050405020304" pitchFamily="18" charset="0"/>
                <a:cs typeface="Times New Roman" panose="02020603050405020304" pitchFamily="18" charset="0"/>
              </a:rPr>
              <a:t>of Notion</a:t>
            </a:r>
            <a:endParaRPr lang="en-US" sz="3000" b="1" i="1" u="sng" cap="none" spc="0" dirty="0">
              <a:solidFill>
                <a:schemeClr val="accent4"/>
              </a:solidFill>
              <a:latin typeface="Times New Roman" panose="02020603050405020304" pitchFamily="18" charset="0"/>
              <a:cs typeface="Times New Roman" panose="02020603050405020304" pitchFamily="18" charset="0"/>
            </a:endParaRPr>
          </a:p>
          <a:p>
            <a:pPr marL="514350" indent="-514350" algn="l">
              <a:lnSpc>
                <a:spcPct val="100000"/>
              </a:lnSpc>
              <a:buFont typeface="+mj-lt"/>
              <a:buAutoNum type="arabicPeriod"/>
            </a:pPr>
            <a:r>
              <a:rPr lang="en-US" sz="2600" i="1" cap="none" spc="0" dirty="0">
                <a:solidFill>
                  <a:schemeClr val="accent2"/>
                </a:solidFill>
                <a:latin typeface="Times New Roman" panose="02020603050405020304" pitchFamily="18" charset="0"/>
                <a:cs typeface="Times New Roman" panose="02020603050405020304" pitchFamily="18" charset="0"/>
              </a:rPr>
              <a:t>Documentation</a:t>
            </a:r>
            <a:r>
              <a:rPr lang="en-US" sz="2600" i="1" cap="none" spc="0" dirty="0">
                <a:solidFill>
                  <a:schemeClr val="bg1"/>
                </a:solidFill>
                <a:latin typeface="Times New Roman" panose="02020603050405020304" pitchFamily="18" charset="0"/>
                <a:cs typeface="Times New Roman" panose="02020603050405020304" pitchFamily="18" charset="0"/>
              </a:rPr>
              <a:t>: Manage all requirements, meeting notes, and project updates in one place.</a:t>
            </a:r>
          </a:p>
          <a:p>
            <a:pPr marL="514350" indent="-514350" algn="l">
              <a:lnSpc>
                <a:spcPct val="100000"/>
              </a:lnSpc>
              <a:buFont typeface="+mj-lt"/>
              <a:buAutoNum type="arabicPeriod"/>
            </a:pPr>
            <a:r>
              <a:rPr lang="en-US" sz="2600" i="1" cap="none" spc="0" dirty="0">
                <a:solidFill>
                  <a:schemeClr val="accent2"/>
                </a:solidFill>
                <a:latin typeface="Times New Roman" panose="02020603050405020304" pitchFamily="18" charset="0"/>
                <a:cs typeface="Times New Roman" panose="02020603050405020304" pitchFamily="18" charset="0"/>
              </a:rPr>
              <a:t>Customizable Workflows</a:t>
            </a:r>
            <a:r>
              <a:rPr lang="en-US" sz="2600" i="1" cap="none" spc="0" dirty="0">
                <a:solidFill>
                  <a:schemeClr val="bg1"/>
                </a:solidFill>
                <a:latin typeface="Times New Roman" panose="02020603050405020304" pitchFamily="18" charset="0"/>
                <a:cs typeface="Times New Roman" panose="02020603050405020304" pitchFamily="18" charset="0"/>
              </a:rPr>
              <a:t>: Use databases, kanban boards, and tables to track requirements.</a:t>
            </a:r>
          </a:p>
          <a:p>
            <a:pPr marL="514350" indent="-514350" algn="l">
              <a:lnSpc>
                <a:spcPct val="100000"/>
              </a:lnSpc>
              <a:buFont typeface="+mj-lt"/>
              <a:buAutoNum type="arabicPeriod"/>
            </a:pPr>
            <a:r>
              <a:rPr lang="en-US" sz="2600" i="1" cap="none" spc="0" dirty="0">
                <a:solidFill>
                  <a:schemeClr val="accent2"/>
                </a:solidFill>
                <a:latin typeface="Times New Roman" panose="02020603050405020304" pitchFamily="18" charset="0"/>
                <a:cs typeface="Times New Roman" panose="02020603050405020304" pitchFamily="18" charset="0"/>
              </a:rPr>
              <a:t>Collaborative</a:t>
            </a:r>
            <a:r>
              <a:rPr lang="en-US" sz="2600" i="1" cap="none" spc="0" dirty="0">
                <a:solidFill>
                  <a:schemeClr val="bg1"/>
                </a:solidFill>
                <a:latin typeface="Times New Roman" panose="02020603050405020304" pitchFamily="18" charset="0"/>
                <a:cs typeface="Times New Roman" panose="02020603050405020304" pitchFamily="18" charset="0"/>
              </a:rPr>
              <a:t>: Real-time updates and comments for team collaboration.</a:t>
            </a:r>
          </a:p>
          <a:p>
            <a:pPr marL="514350" indent="-514350" algn="l">
              <a:lnSpc>
                <a:spcPct val="100000"/>
              </a:lnSpc>
              <a:buFont typeface="+mj-lt"/>
              <a:buAutoNum type="arabicPeriod"/>
            </a:pPr>
            <a:r>
              <a:rPr lang="en-US" sz="2600" i="1" cap="none" spc="0" dirty="0">
                <a:solidFill>
                  <a:schemeClr val="accent2"/>
                </a:solidFill>
                <a:latin typeface="Times New Roman" panose="02020603050405020304" pitchFamily="18" charset="0"/>
                <a:cs typeface="Times New Roman" panose="02020603050405020304" pitchFamily="18" charset="0"/>
              </a:rPr>
              <a:t>Free for Personal Use</a:t>
            </a:r>
            <a:r>
              <a:rPr lang="en-US" sz="2600" i="1" cap="none" spc="0" dirty="0">
                <a:solidFill>
                  <a:schemeClr val="bg1"/>
                </a:solidFill>
                <a:latin typeface="Times New Roman" panose="02020603050405020304" pitchFamily="18" charset="0"/>
                <a:cs typeface="Times New Roman" panose="02020603050405020304" pitchFamily="18" charset="0"/>
              </a:rPr>
              <a:t>: Cost-effective for small teams or open-source projects.</a:t>
            </a:r>
          </a:p>
        </p:txBody>
      </p:sp>
      <p:sp>
        <p:nvSpPr>
          <p:cNvPr id="3" name="Slide Number Placeholder 2">
            <a:extLst>
              <a:ext uri="{FF2B5EF4-FFF2-40B4-BE49-F238E27FC236}">
                <a16:creationId xmlns:a16="http://schemas.microsoft.com/office/drawing/2014/main" id="{4640AC55-AC68-35F7-3455-C0E13A828CFD}"/>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12</a:t>
            </a:fld>
            <a:endParaRPr lang="en-US" dirty="0"/>
          </a:p>
        </p:txBody>
      </p:sp>
    </p:spTree>
    <p:extLst>
      <p:ext uri="{BB962C8B-B14F-4D97-AF65-F5344CB8AC3E}">
        <p14:creationId xmlns:p14="http://schemas.microsoft.com/office/powerpoint/2010/main" val="3366669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0B55-F833-6043-6A6A-760F74D01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DBCF1-FCEF-EE20-B373-F443D22C54C5}"/>
              </a:ext>
            </a:extLst>
          </p:cNvPr>
          <p:cNvSpPr>
            <a:spLocks noGrp="1"/>
          </p:cNvSpPr>
          <p:nvPr>
            <p:ph type="title"/>
          </p:nvPr>
        </p:nvSpPr>
        <p:spPr>
          <a:xfrm>
            <a:off x="414518" y="579122"/>
            <a:ext cx="11362963" cy="654255"/>
          </a:xfrm>
        </p:spPr>
        <p:txBody>
          <a:bodyPr anchor="ctr"/>
          <a:lstStyle/>
          <a:p>
            <a:r>
              <a:rPr lang="en-US" b="1" i="1" u="sng" spc="-150" dirty="0" err="1"/>
              <a:t>Requirment</a:t>
            </a:r>
            <a:r>
              <a:rPr lang="en-US" b="1" i="1" u="sng" spc="-150" dirty="0"/>
              <a:t>-Management-Tool</a:t>
            </a:r>
          </a:p>
        </p:txBody>
      </p:sp>
      <p:sp>
        <p:nvSpPr>
          <p:cNvPr id="4" name="Subtitle 3">
            <a:extLst>
              <a:ext uri="{FF2B5EF4-FFF2-40B4-BE49-F238E27FC236}">
                <a16:creationId xmlns:a16="http://schemas.microsoft.com/office/drawing/2014/main" id="{3051ED91-3D7D-3D74-C51E-350F64F4B8EB}"/>
              </a:ext>
            </a:extLst>
          </p:cNvPr>
          <p:cNvSpPr>
            <a:spLocks noGrp="1"/>
          </p:cNvSpPr>
          <p:nvPr>
            <p:ph type="subTitle" idx="1"/>
          </p:nvPr>
        </p:nvSpPr>
        <p:spPr>
          <a:xfrm>
            <a:off x="499730" y="1233377"/>
            <a:ext cx="11058287" cy="5210966"/>
          </a:xfrm>
        </p:spPr>
        <p:txBody>
          <a:bodyPr numCol="1" anchor="t"/>
          <a:lstStyle/>
          <a:p>
            <a:pPr>
              <a:lnSpc>
                <a:spcPct val="100000"/>
              </a:lnSpc>
            </a:pPr>
            <a:r>
              <a:rPr lang="en-US" sz="3000" b="1" i="1" u="sng" cap="none" spc="0" dirty="0">
                <a:solidFill>
                  <a:schemeClr val="accent2"/>
                </a:solidFill>
                <a:latin typeface="Times New Roman" panose="02020603050405020304" pitchFamily="18" charset="0"/>
                <a:cs typeface="Times New Roman" panose="02020603050405020304" pitchFamily="18" charset="0"/>
              </a:rPr>
              <a:t>Link</a:t>
            </a:r>
          </a:p>
          <a:p>
            <a:pPr marL="457200" indent="-457200" algn="l">
              <a:lnSpc>
                <a:spcPct val="100000"/>
              </a:lnSpc>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The official link to download “Notion” is given below</a:t>
            </a:r>
            <a:endParaRPr lang="en-US" sz="2600" i="1" cap="none" spc="0" dirty="0">
              <a:solidFill>
                <a:schemeClr val="accent4"/>
              </a:solidFill>
              <a:latin typeface="Times New Roman" panose="02020603050405020304" pitchFamily="18" charset="0"/>
              <a:cs typeface="Times New Roman" panose="02020603050405020304" pitchFamily="18" charset="0"/>
            </a:endParaRPr>
          </a:p>
          <a:p>
            <a:pPr marL="514350" indent="-514350" algn="l">
              <a:lnSpc>
                <a:spcPct val="100000"/>
              </a:lnSpc>
              <a:buFont typeface="+mj-lt"/>
              <a:buAutoNum type="arabicPeriod"/>
            </a:pPr>
            <a:r>
              <a:rPr lang="en-US" sz="2600" i="1" cap="none" spc="0" dirty="0">
                <a:solidFill>
                  <a:schemeClr val="accent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https://www.notion.com/product</a:t>
            </a:r>
            <a:endParaRPr lang="en-US" sz="2600" i="1" cap="none" spc="0" dirty="0">
              <a:solidFill>
                <a:schemeClr val="accent4"/>
              </a:solidFill>
              <a:latin typeface="Times New Roman" panose="02020603050405020304" pitchFamily="18" charset="0"/>
              <a:cs typeface="Times New Roman" panose="02020603050405020304" pitchFamily="18" charset="0"/>
            </a:endParaRPr>
          </a:p>
          <a:p>
            <a:pPr>
              <a:lnSpc>
                <a:spcPct val="100000"/>
              </a:lnSpc>
            </a:pPr>
            <a:r>
              <a:rPr lang="en-US" sz="3000" b="1" i="1" u="sng" cap="none" spc="0" dirty="0">
                <a:solidFill>
                  <a:schemeClr val="accent2"/>
                </a:solidFill>
                <a:latin typeface="Times New Roman" panose="02020603050405020304" pitchFamily="18" charset="0"/>
                <a:cs typeface="Times New Roman" panose="02020603050405020304" pitchFamily="18" charset="0"/>
              </a:rPr>
              <a:t>Steps</a:t>
            </a:r>
          </a:p>
          <a:p>
            <a:pPr marL="457200" indent="-457200" algn="l">
              <a:lnSpc>
                <a:spcPct val="100000"/>
              </a:lnSpc>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The steps for managing the requirements (issues) of the Ghost repository are as follows:</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Sign in to Notion.</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Set up a new workspace specifically for the project.</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Invite team members to the workspace for collaboration.</a:t>
            </a:r>
          </a:p>
        </p:txBody>
      </p:sp>
      <p:sp>
        <p:nvSpPr>
          <p:cNvPr id="3" name="Slide Number Placeholder 2">
            <a:extLst>
              <a:ext uri="{FF2B5EF4-FFF2-40B4-BE49-F238E27FC236}">
                <a16:creationId xmlns:a16="http://schemas.microsoft.com/office/drawing/2014/main" id="{10A3B607-0B4C-579C-636A-17DE68A453A5}"/>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13</a:t>
            </a:fld>
            <a:endParaRPr lang="en-US" dirty="0"/>
          </a:p>
        </p:txBody>
      </p:sp>
    </p:spTree>
    <p:extLst>
      <p:ext uri="{BB962C8B-B14F-4D97-AF65-F5344CB8AC3E}">
        <p14:creationId xmlns:p14="http://schemas.microsoft.com/office/powerpoint/2010/main" val="3248207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B5D5-35BC-06EB-9B7D-93716D966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80CE-0691-C353-1500-E04C2FF21F7A}"/>
              </a:ext>
            </a:extLst>
          </p:cNvPr>
          <p:cNvSpPr>
            <a:spLocks noGrp="1"/>
          </p:cNvSpPr>
          <p:nvPr>
            <p:ph type="title"/>
          </p:nvPr>
        </p:nvSpPr>
        <p:spPr>
          <a:xfrm>
            <a:off x="414518" y="579122"/>
            <a:ext cx="11362963" cy="654255"/>
          </a:xfrm>
        </p:spPr>
        <p:txBody>
          <a:bodyPr anchor="ctr"/>
          <a:lstStyle/>
          <a:p>
            <a:r>
              <a:rPr lang="en-US" b="1" i="1" u="sng" spc="-150" dirty="0" err="1"/>
              <a:t>Requirment</a:t>
            </a:r>
            <a:r>
              <a:rPr lang="en-US" b="1" i="1" u="sng" spc="-150" dirty="0"/>
              <a:t>-Management-Tool</a:t>
            </a:r>
          </a:p>
        </p:txBody>
      </p:sp>
      <p:sp>
        <p:nvSpPr>
          <p:cNvPr id="4" name="Subtitle 3">
            <a:extLst>
              <a:ext uri="{FF2B5EF4-FFF2-40B4-BE49-F238E27FC236}">
                <a16:creationId xmlns:a16="http://schemas.microsoft.com/office/drawing/2014/main" id="{9F3AB69E-25F5-F38F-7112-F965EA863B07}"/>
              </a:ext>
            </a:extLst>
          </p:cNvPr>
          <p:cNvSpPr>
            <a:spLocks noGrp="1"/>
          </p:cNvSpPr>
          <p:nvPr>
            <p:ph type="subTitle" idx="1"/>
          </p:nvPr>
        </p:nvSpPr>
        <p:spPr>
          <a:xfrm>
            <a:off x="499730" y="1233377"/>
            <a:ext cx="11058287" cy="5210966"/>
          </a:xfrm>
        </p:spPr>
        <p:txBody>
          <a:bodyPr numCol="1" anchor="t"/>
          <a:lstStyle/>
          <a:p>
            <a:pPr>
              <a:lnSpc>
                <a:spcPct val="100000"/>
              </a:lnSpc>
            </a:pPr>
            <a:r>
              <a:rPr lang="en-US" sz="3000" b="1" i="1" u="sng" cap="none" spc="0" dirty="0">
                <a:solidFill>
                  <a:schemeClr val="accent2"/>
                </a:solidFill>
                <a:latin typeface="Times New Roman" panose="02020603050405020304" pitchFamily="18" charset="0"/>
                <a:cs typeface="Times New Roman" panose="02020603050405020304" pitchFamily="18" charset="0"/>
              </a:rPr>
              <a:t>Steps</a:t>
            </a:r>
            <a:endParaRPr lang="en-US" sz="2600" i="1" cap="none" spc="0" dirty="0">
              <a:solidFill>
                <a:schemeClr val="bg1"/>
              </a:solidFill>
              <a:latin typeface="Times New Roman" panose="02020603050405020304" pitchFamily="18" charset="0"/>
              <a:cs typeface="Times New Roman" panose="02020603050405020304" pitchFamily="18" charset="0"/>
            </a:endParaRPr>
          </a:p>
          <a:p>
            <a:pPr marL="514350" indent="-514350" algn="l">
              <a:lnSpc>
                <a:spcPct val="100000"/>
              </a:lnSpc>
              <a:buFont typeface="+mj-lt"/>
              <a:buAutoNum type="arabicPeriod" startAt="4"/>
            </a:pPr>
            <a:r>
              <a:rPr lang="en-US" sz="2600" i="1" cap="none" spc="0" dirty="0">
                <a:solidFill>
                  <a:schemeClr val="bg1"/>
                </a:solidFill>
                <a:latin typeface="Times New Roman" panose="02020603050405020304" pitchFamily="18" charset="0"/>
                <a:cs typeface="Times New Roman" panose="02020603050405020304" pitchFamily="18" charset="0"/>
              </a:rPr>
              <a:t>Create a new page and define database.</a:t>
            </a:r>
          </a:p>
          <a:p>
            <a:pPr marL="514350" indent="-514350" algn="l">
              <a:lnSpc>
                <a:spcPct val="100000"/>
              </a:lnSpc>
              <a:buFont typeface="+mj-lt"/>
              <a:buAutoNum type="arabicPeriod" startAt="4"/>
            </a:pPr>
            <a:r>
              <a:rPr lang="en-US" sz="2600" i="1" cap="none" spc="0" dirty="0">
                <a:solidFill>
                  <a:schemeClr val="bg1"/>
                </a:solidFill>
                <a:latin typeface="Times New Roman" panose="02020603050405020304" pitchFamily="18" charset="0"/>
                <a:cs typeface="Times New Roman" panose="02020603050405020304" pitchFamily="18" charset="0"/>
              </a:rPr>
              <a:t>Define and fill the column like as mentioned below:</a:t>
            </a:r>
          </a:p>
          <a:p>
            <a:pPr marL="971550" lvl="1" indent="-514350" algn="l">
              <a:lnSpc>
                <a:spcPct val="100000"/>
              </a:lnSpc>
              <a:buFont typeface="+mj-lt"/>
              <a:buAutoNum type="arabicPeriod"/>
            </a:pPr>
            <a:r>
              <a:rPr lang="en-US" sz="2600" i="1" cap="none" spc="0" dirty="0">
                <a:latin typeface="Times New Roman" panose="02020603050405020304" pitchFamily="18" charset="0"/>
                <a:cs typeface="Times New Roman" panose="02020603050405020304" pitchFamily="18" charset="0"/>
              </a:rPr>
              <a:t>Requirement Name: Title of the feature or requirement.</a:t>
            </a:r>
          </a:p>
          <a:p>
            <a:pPr marL="971550" lvl="1" indent="-514350" algn="l">
              <a:lnSpc>
                <a:spcPct val="100000"/>
              </a:lnSpc>
              <a:buFont typeface="+mj-lt"/>
              <a:buAutoNum type="arabicPeriod"/>
            </a:pPr>
            <a:r>
              <a:rPr lang="en-US" sz="2600" i="1" cap="none" spc="0" dirty="0">
                <a:latin typeface="Times New Roman" panose="02020603050405020304" pitchFamily="18" charset="0"/>
                <a:cs typeface="Times New Roman" panose="02020603050405020304" pitchFamily="18" charset="0"/>
              </a:rPr>
              <a:t>Description: A detailed explanation of the requirement.</a:t>
            </a:r>
          </a:p>
          <a:p>
            <a:pPr marL="971550" lvl="1" indent="-514350" algn="l">
              <a:lnSpc>
                <a:spcPct val="100000"/>
              </a:lnSpc>
              <a:buFont typeface="+mj-lt"/>
              <a:buAutoNum type="arabicPeriod"/>
            </a:pPr>
            <a:r>
              <a:rPr lang="en-US" sz="2600" i="1" cap="none" spc="0" dirty="0">
                <a:latin typeface="Times New Roman" panose="02020603050405020304" pitchFamily="18" charset="0"/>
                <a:cs typeface="Times New Roman" panose="02020603050405020304" pitchFamily="18" charset="0"/>
              </a:rPr>
              <a:t>Priority: Dropdown (High, Medium, Low).</a:t>
            </a:r>
          </a:p>
          <a:p>
            <a:pPr marL="971550" lvl="1" indent="-514350" algn="l">
              <a:lnSpc>
                <a:spcPct val="100000"/>
              </a:lnSpc>
              <a:buFont typeface="+mj-lt"/>
              <a:buAutoNum type="arabicPeriod"/>
            </a:pPr>
            <a:r>
              <a:rPr lang="en-US" sz="2600" i="1" cap="none" spc="0" dirty="0">
                <a:latin typeface="Times New Roman" panose="02020603050405020304" pitchFamily="18" charset="0"/>
                <a:cs typeface="Times New Roman" panose="02020603050405020304" pitchFamily="18" charset="0"/>
              </a:rPr>
              <a:t>Status: Dropdown (Backlog, In Progress, Completed).</a:t>
            </a:r>
          </a:p>
          <a:p>
            <a:pPr marL="971550" lvl="1" indent="-514350" algn="l">
              <a:lnSpc>
                <a:spcPct val="100000"/>
              </a:lnSpc>
              <a:buFont typeface="+mj-lt"/>
              <a:buAutoNum type="arabicPeriod"/>
            </a:pPr>
            <a:r>
              <a:rPr lang="en-US" sz="2600" i="1" dirty="0">
                <a:latin typeface="Times New Roman" panose="02020603050405020304" pitchFamily="18" charset="0"/>
                <a:cs typeface="Times New Roman" panose="02020603050405020304" pitchFamily="18" charset="0"/>
              </a:rPr>
              <a:t>Assignee</a:t>
            </a:r>
            <a:r>
              <a:rPr lang="en-US" sz="2600" i="1" cap="none" spc="0" dirty="0">
                <a:latin typeface="Times New Roman" panose="02020603050405020304" pitchFamily="18" charset="0"/>
                <a:cs typeface="Times New Roman" panose="02020603050405020304" pitchFamily="18" charset="0"/>
              </a:rPr>
              <a:t>: Person on which the task assign to.</a:t>
            </a:r>
          </a:p>
          <a:p>
            <a:pPr marL="971550" lvl="1" indent="-514350" algn="l">
              <a:lnSpc>
                <a:spcPct val="100000"/>
              </a:lnSpc>
              <a:buFont typeface="+mj-lt"/>
              <a:buAutoNum type="arabicPeriod"/>
            </a:pPr>
            <a:r>
              <a:rPr lang="en-US" sz="2600" i="1" cap="none" spc="0" dirty="0">
                <a:latin typeface="Times New Roman" panose="02020603050405020304" pitchFamily="18" charset="0"/>
                <a:cs typeface="Times New Roman" panose="02020603050405020304" pitchFamily="18" charset="0"/>
              </a:rPr>
              <a:t>Related GitHub Issue: Link to the GitHub issue.</a:t>
            </a:r>
          </a:p>
        </p:txBody>
      </p:sp>
      <p:sp>
        <p:nvSpPr>
          <p:cNvPr id="3" name="Slide Number Placeholder 2">
            <a:extLst>
              <a:ext uri="{FF2B5EF4-FFF2-40B4-BE49-F238E27FC236}">
                <a16:creationId xmlns:a16="http://schemas.microsoft.com/office/drawing/2014/main" id="{87CDABB2-C9A2-FA99-6E84-212C984343A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14</a:t>
            </a:fld>
            <a:endParaRPr lang="en-US" dirty="0"/>
          </a:p>
        </p:txBody>
      </p:sp>
    </p:spTree>
    <p:extLst>
      <p:ext uri="{BB962C8B-B14F-4D97-AF65-F5344CB8AC3E}">
        <p14:creationId xmlns:p14="http://schemas.microsoft.com/office/powerpoint/2010/main" val="3548361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E838-7561-309C-B8E1-645AEB07B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6BE5F-0211-18D0-3C1D-45BB9A992870}"/>
              </a:ext>
            </a:extLst>
          </p:cNvPr>
          <p:cNvSpPr>
            <a:spLocks noGrp="1"/>
          </p:cNvSpPr>
          <p:nvPr>
            <p:ph type="title"/>
          </p:nvPr>
        </p:nvSpPr>
        <p:spPr>
          <a:xfrm>
            <a:off x="414518" y="579122"/>
            <a:ext cx="11362963" cy="654255"/>
          </a:xfrm>
        </p:spPr>
        <p:txBody>
          <a:bodyPr anchor="ctr"/>
          <a:lstStyle/>
          <a:p>
            <a:r>
              <a:rPr lang="en-US" b="1" i="1" u="sng" spc="-150" dirty="0" err="1"/>
              <a:t>Requirment</a:t>
            </a:r>
            <a:r>
              <a:rPr lang="en-US" b="1" i="1" u="sng" spc="-150" dirty="0"/>
              <a:t>-Management-Techniques</a:t>
            </a:r>
          </a:p>
        </p:txBody>
      </p:sp>
      <p:sp>
        <p:nvSpPr>
          <p:cNvPr id="4" name="Subtitle 3">
            <a:extLst>
              <a:ext uri="{FF2B5EF4-FFF2-40B4-BE49-F238E27FC236}">
                <a16:creationId xmlns:a16="http://schemas.microsoft.com/office/drawing/2014/main" id="{25A3DC3D-9C6C-04A6-18E8-AFC1B9C34E1E}"/>
              </a:ext>
            </a:extLst>
          </p:cNvPr>
          <p:cNvSpPr>
            <a:spLocks noGrp="1"/>
          </p:cNvSpPr>
          <p:nvPr>
            <p:ph type="subTitle" idx="1"/>
          </p:nvPr>
        </p:nvSpPr>
        <p:spPr>
          <a:xfrm>
            <a:off x="499730" y="1233377"/>
            <a:ext cx="11058287" cy="5210966"/>
          </a:xfrm>
        </p:spPr>
        <p:txBody>
          <a:bodyPr numCol="1" anchor="t"/>
          <a:lstStyle/>
          <a:p>
            <a:pPr marL="457200" indent="-457200" algn="l">
              <a:lnSpc>
                <a:spcPct val="100000"/>
              </a:lnSpc>
              <a:buFont typeface="Wingdings" panose="05000000000000000000" pitchFamily="2" charset="2"/>
              <a:buChar char="Ø"/>
            </a:pPr>
            <a:r>
              <a:rPr lang="en-US" sz="2600" i="1" cap="none" spc="0" dirty="0">
                <a:solidFill>
                  <a:schemeClr val="bg1"/>
                </a:solidFill>
                <a:latin typeface="Times New Roman" panose="02020603050405020304" pitchFamily="18" charset="0"/>
                <a:cs typeface="Times New Roman" panose="02020603050405020304" pitchFamily="18" charset="0"/>
              </a:rPr>
              <a:t>Techniques that can be used for requirement (issues) management are as follows:</a:t>
            </a:r>
          </a:p>
          <a:p>
            <a:pPr marL="971550" lvl="1" indent="-514350" algn="l">
              <a:lnSpc>
                <a:spcPct val="100000"/>
              </a:lnSpc>
              <a:buFont typeface="+mj-lt"/>
              <a:buAutoNum type="arabicPeriod"/>
            </a:pPr>
            <a:r>
              <a:rPr lang="en-US" sz="2600" i="1" dirty="0">
                <a:latin typeface="Times New Roman" panose="02020603050405020304" pitchFamily="18" charset="0"/>
                <a:cs typeface="Times New Roman" panose="02020603050405020304" pitchFamily="18" charset="0"/>
              </a:rPr>
              <a:t>Prototyping</a:t>
            </a:r>
          </a:p>
          <a:p>
            <a:pPr marL="971550" lvl="1"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Surveys and Questionnaires</a:t>
            </a:r>
          </a:p>
          <a:p>
            <a:pPr marL="971550" lvl="1" indent="-514350" algn="l">
              <a:lnSpc>
                <a:spcPct val="100000"/>
              </a:lnSpc>
              <a:buFont typeface="+mj-lt"/>
              <a:buAutoNum type="arabicPeriod"/>
            </a:pPr>
            <a:r>
              <a:rPr lang="en-US" sz="2400" i="1" dirty="0"/>
              <a:t>JAD (Joint Application Development)</a:t>
            </a:r>
            <a:endParaRPr lang="en-US" sz="2600" i="1" cap="none" spc="0" dirty="0">
              <a:latin typeface="Times New Roman" panose="02020603050405020304" pitchFamily="18" charset="0"/>
              <a:cs typeface="Times New Roman" panose="02020603050405020304" pitchFamily="18" charset="0"/>
            </a:endParaRPr>
          </a:p>
          <a:p>
            <a:pPr>
              <a:lnSpc>
                <a:spcPct val="100000"/>
              </a:lnSpc>
            </a:pPr>
            <a:r>
              <a:rPr lang="en-US" sz="3000" b="1" i="1" u="sng" cap="none" spc="0" dirty="0">
                <a:solidFill>
                  <a:schemeClr val="accent4"/>
                </a:solidFill>
                <a:latin typeface="Times New Roman" panose="02020603050405020304" pitchFamily="18" charset="0"/>
                <a:cs typeface="Times New Roman" panose="02020603050405020304" pitchFamily="18" charset="0"/>
              </a:rPr>
              <a:t>How to use and benefits</a:t>
            </a:r>
          </a:p>
          <a:p>
            <a:pPr marL="457200" indent="-457200" algn="l">
              <a:lnSpc>
                <a:spcPct val="100000"/>
              </a:lnSpc>
              <a:buFont typeface="Wingdings" panose="05000000000000000000" pitchFamily="2" charset="2"/>
              <a:buChar char="v"/>
            </a:pPr>
            <a:r>
              <a:rPr lang="en-US" sz="3000" b="1" i="1" u="sng" cap="none" spc="0" dirty="0">
                <a:solidFill>
                  <a:schemeClr val="accent1"/>
                </a:solidFill>
                <a:latin typeface="Times New Roman" panose="02020603050405020304" pitchFamily="18" charset="0"/>
                <a:cs typeface="Times New Roman" panose="02020603050405020304" pitchFamily="18" charset="0"/>
              </a:rPr>
              <a:t>Surveys and Questionnaires</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Feedback from surveys can be collected, organized, and analyzed in Notion data bases.</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Identifies pain points and requirements directly from users, ensuring issues and priorities align with real needs.</a:t>
            </a:r>
          </a:p>
        </p:txBody>
      </p:sp>
      <p:sp>
        <p:nvSpPr>
          <p:cNvPr id="3" name="Slide Number Placeholder 2">
            <a:extLst>
              <a:ext uri="{FF2B5EF4-FFF2-40B4-BE49-F238E27FC236}">
                <a16:creationId xmlns:a16="http://schemas.microsoft.com/office/drawing/2014/main" id="{857C2D99-7AF6-0D0A-9332-D090E87CDA0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15</a:t>
            </a:fld>
            <a:endParaRPr lang="en-US" dirty="0"/>
          </a:p>
        </p:txBody>
      </p:sp>
    </p:spTree>
    <p:extLst>
      <p:ext uri="{BB962C8B-B14F-4D97-AF65-F5344CB8AC3E}">
        <p14:creationId xmlns:p14="http://schemas.microsoft.com/office/powerpoint/2010/main" val="2376792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D9DA-F3CC-74CD-092E-FFD322685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1F8A8-2531-705F-6327-634B34725576}"/>
              </a:ext>
            </a:extLst>
          </p:cNvPr>
          <p:cNvSpPr>
            <a:spLocks noGrp="1"/>
          </p:cNvSpPr>
          <p:nvPr>
            <p:ph type="title"/>
          </p:nvPr>
        </p:nvSpPr>
        <p:spPr>
          <a:xfrm>
            <a:off x="414518" y="579122"/>
            <a:ext cx="11362963" cy="654255"/>
          </a:xfrm>
        </p:spPr>
        <p:txBody>
          <a:bodyPr anchor="ctr"/>
          <a:lstStyle/>
          <a:p>
            <a:r>
              <a:rPr lang="en-US" b="1" i="1" u="sng" spc="-150" dirty="0" err="1"/>
              <a:t>Requirment</a:t>
            </a:r>
            <a:r>
              <a:rPr lang="en-US" b="1" i="1" u="sng" spc="-150" dirty="0"/>
              <a:t>-Management-Techniques</a:t>
            </a:r>
          </a:p>
        </p:txBody>
      </p:sp>
      <p:sp>
        <p:nvSpPr>
          <p:cNvPr id="4" name="Subtitle 3">
            <a:extLst>
              <a:ext uri="{FF2B5EF4-FFF2-40B4-BE49-F238E27FC236}">
                <a16:creationId xmlns:a16="http://schemas.microsoft.com/office/drawing/2014/main" id="{8BA4F0C8-4662-92F2-787E-6B9DF7E9B33A}"/>
              </a:ext>
            </a:extLst>
          </p:cNvPr>
          <p:cNvSpPr>
            <a:spLocks noGrp="1"/>
          </p:cNvSpPr>
          <p:nvPr>
            <p:ph type="subTitle" idx="1"/>
          </p:nvPr>
        </p:nvSpPr>
        <p:spPr>
          <a:xfrm>
            <a:off x="499730" y="1233377"/>
            <a:ext cx="11058287" cy="5210966"/>
          </a:xfrm>
        </p:spPr>
        <p:txBody>
          <a:bodyPr numCol="1" anchor="t"/>
          <a:lstStyle/>
          <a:p>
            <a:pPr>
              <a:lnSpc>
                <a:spcPct val="100000"/>
              </a:lnSpc>
            </a:pPr>
            <a:r>
              <a:rPr lang="en-US" sz="3000" b="1" i="1" u="sng" cap="none" spc="0" dirty="0">
                <a:solidFill>
                  <a:schemeClr val="accent4"/>
                </a:solidFill>
                <a:latin typeface="Times New Roman" panose="02020603050405020304" pitchFamily="18" charset="0"/>
                <a:cs typeface="Times New Roman" panose="02020603050405020304" pitchFamily="18" charset="0"/>
              </a:rPr>
              <a:t>How to use and benefits</a:t>
            </a:r>
          </a:p>
          <a:p>
            <a:pPr marL="457200" indent="-457200" algn="l">
              <a:lnSpc>
                <a:spcPct val="100000"/>
              </a:lnSpc>
              <a:buFont typeface="Wingdings" panose="05000000000000000000" pitchFamily="2" charset="2"/>
              <a:buChar char="v"/>
            </a:pPr>
            <a:r>
              <a:rPr lang="en-US" sz="3000" b="1" i="1" u="sng" cap="none" spc="0" dirty="0">
                <a:solidFill>
                  <a:schemeClr val="accent1"/>
                </a:solidFill>
                <a:latin typeface="Times New Roman" panose="02020603050405020304" pitchFamily="18" charset="0"/>
                <a:cs typeface="Times New Roman" panose="02020603050405020304" pitchFamily="18" charset="0"/>
              </a:rPr>
              <a:t>Prototyping</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Notion serves as a documentation and collaboration platform for brainstorming and sharing early prototypes.</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Provides stakeholders with a visual representation of requirements to identify gaps and validate ideas early.</a:t>
            </a:r>
            <a:endParaRPr lang="en-US" sz="2600" i="1" dirty="0">
              <a:latin typeface="Times New Roman" panose="02020603050405020304" pitchFamily="18" charset="0"/>
              <a:cs typeface="Times New Roman" panose="02020603050405020304" pitchFamily="18" charset="0"/>
            </a:endParaRPr>
          </a:p>
          <a:p>
            <a:pPr marL="457200" indent="-457200" algn="l">
              <a:lnSpc>
                <a:spcPct val="100000"/>
              </a:lnSpc>
              <a:buFont typeface="Wingdings" panose="05000000000000000000" pitchFamily="2" charset="2"/>
              <a:buChar char="v"/>
            </a:pPr>
            <a:r>
              <a:rPr lang="en-US" sz="3000" b="1" i="1" u="sng" cap="none" spc="0" dirty="0">
                <a:solidFill>
                  <a:schemeClr val="accent1"/>
                </a:solidFill>
                <a:latin typeface="Times New Roman" panose="02020603050405020304" pitchFamily="18" charset="0"/>
                <a:cs typeface="Times New Roman" panose="02020603050405020304" pitchFamily="18" charset="0"/>
              </a:rPr>
              <a:t>JAD (Joint Application Development)</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Notion enables real-time collaboration for JAD sessions, where stakeholders can contribute to defining and refining requirements.</a:t>
            </a:r>
          </a:p>
          <a:p>
            <a:pPr marL="914400" lvl="1" indent="-457200" algn="l">
              <a:lnSpc>
                <a:spcPct val="100000"/>
              </a:lnSpc>
              <a:buFont typeface="Wingdings" panose="05000000000000000000" pitchFamily="2" charset="2"/>
              <a:buChar char="§"/>
            </a:pPr>
            <a:r>
              <a:rPr lang="en-US" sz="2600" i="1" cap="none" spc="0" dirty="0">
                <a:solidFill>
                  <a:schemeClr val="bg1"/>
                </a:solidFill>
                <a:latin typeface="Times New Roman" panose="02020603050405020304" pitchFamily="18" charset="0"/>
                <a:cs typeface="Times New Roman" panose="02020603050405020304" pitchFamily="18" charset="0"/>
              </a:rPr>
              <a:t>Promotes consensus-building and reduces gaps in understanding between stakeholders and developers.</a:t>
            </a:r>
          </a:p>
        </p:txBody>
      </p:sp>
      <p:sp>
        <p:nvSpPr>
          <p:cNvPr id="3" name="Slide Number Placeholder 2">
            <a:extLst>
              <a:ext uri="{FF2B5EF4-FFF2-40B4-BE49-F238E27FC236}">
                <a16:creationId xmlns:a16="http://schemas.microsoft.com/office/drawing/2014/main" id="{EEFB5334-1FA4-8BC1-643E-9B2683EF805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16</a:t>
            </a:fld>
            <a:endParaRPr lang="en-US" dirty="0"/>
          </a:p>
        </p:txBody>
      </p:sp>
    </p:spTree>
    <p:extLst>
      <p:ext uri="{BB962C8B-B14F-4D97-AF65-F5344CB8AC3E}">
        <p14:creationId xmlns:p14="http://schemas.microsoft.com/office/powerpoint/2010/main" val="4000472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6DC5D-B818-E645-737A-F3C2996EF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7FE7F-4D38-8D59-E9CC-96F62508AB97}"/>
              </a:ext>
            </a:extLst>
          </p:cNvPr>
          <p:cNvSpPr>
            <a:spLocks noGrp="1"/>
          </p:cNvSpPr>
          <p:nvPr>
            <p:ph type="title"/>
          </p:nvPr>
        </p:nvSpPr>
        <p:spPr>
          <a:xfrm>
            <a:off x="414518" y="579123"/>
            <a:ext cx="11362963" cy="716278"/>
          </a:xfrm>
        </p:spPr>
        <p:txBody>
          <a:bodyPr anchor="ctr"/>
          <a:lstStyle/>
          <a:p>
            <a:r>
              <a:rPr lang="en-US" b="1" i="1" u="sng" spc="-150" dirty="0" err="1"/>
              <a:t>Extrs</a:t>
            </a:r>
            <a:r>
              <a:rPr lang="en-US" b="1" i="1" u="sng" spc="-150" dirty="0"/>
              <a:t>_(Read-me-slide)</a:t>
            </a:r>
          </a:p>
        </p:txBody>
      </p:sp>
      <p:sp>
        <p:nvSpPr>
          <p:cNvPr id="4" name="Subtitle 3">
            <a:extLst>
              <a:ext uri="{FF2B5EF4-FFF2-40B4-BE49-F238E27FC236}">
                <a16:creationId xmlns:a16="http://schemas.microsoft.com/office/drawing/2014/main" id="{CACA091B-4825-EBA8-CC37-2CAE4A3E9697}"/>
              </a:ext>
            </a:extLst>
          </p:cNvPr>
          <p:cNvSpPr>
            <a:spLocks noGrp="1"/>
          </p:cNvSpPr>
          <p:nvPr>
            <p:ph type="subTitle" idx="1"/>
          </p:nvPr>
        </p:nvSpPr>
        <p:spPr>
          <a:xfrm>
            <a:off x="499730" y="1295401"/>
            <a:ext cx="11058287" cy="5148941"/>
          </a:xfrm>
        </p:spPr>
        <p:txBody>
          <a:bodyPr numCol="1" anchor="t"/>
          <a:lstStyle/>
          <a:p>
            <a:pPr algn="l">
              <a:lnSpc>
                <a:spcPct val="100000"/>
              </a:lnSpc>
            </a:pPr>
            <a:r>
              <a:rPr lang="en-US" sz="3000" b="1" i="1" u="sng" cap="none" spc="0" dirty="0">
                <a:solidFill>
                  <a:schemeClr val="accent4"/>
                </a:solidFill>
                <a:latin typeface="Times New Roman" panose="02020603050405020304" pitchFamily="18" charset="0"/>
                <a:cs typeface="Times New Roman" panose="02020603050405020304" pitchFamily="18" charset="0"/>
              </a:rPr>
              <a:t>File Name</a:t>
            </a:r>
            <a:r>
              <a:rPr lang="en-US" sz="3000" cap="none" spc="0" dirty="0">
                <a:solidFill>
                  <a:schemeClr val="accent4"/>
                </a:solidFill>
                <a:latin typeface="Times New Roman" panose="02020603050405020304" pitchFamily="18" charset="0"/>
                <a:cs typeface="Times New Roman" panose="02020603050405020304" pitchFamily="18" charset="0"/>
              </a:rPr>
              <a:t>                         </a:t>
            </a:r>
            <a:r>
              <a:rPr lang="en-US" sz="3000" b="1" i="1" u="sng" cap="none" spc="0" dirty="0">
                <a:solidFill>
                  <a:schemeClr val="accent4"/>
                </a:solidFill>
                <a:latin typeface="Times New Roman" panose="02020603050405020304" pitchFamily="18" charset="0"/>
                <a:cs typeface="Times New Roman" panose="02020603050405020304" pitchFamily="18" charset="0"/>
              </a:rPr>
              <a:t>Description</a:t>
            </a:r>
          </a:p>
          <a:p>
            <a:pPr marL="514350" indent="-514350" algn="l">
              <a:lnSpc>
                <a:spcPct val="100000"/>
              </a:lnSpc>
              <a:buFont typeface="+mj-lt"/>
              <a:buAutoNum type="arabicPeriod"/>
            </a:pPr>
            <a:r>
              <a:rPr lang="en-US" sz="2600" i="1" cap="none" spc="0" dirty="0" err="1">
                <a:solidFill>
                  <a:schemeClr val="bg1"/>
                </a:solidFill>
                <a:latin typeface="Times New Roman" panose="02020603050405020304" pitchFamily="18" charset="0"/>
                <a:cs typeface="Times New Roman" panose="02020603050405020304" pitchFamily="18" charset="0"/>
              </a:rPr>
              <a:t>GhostClosedIssues.json</a:t>
            </a:r>
            <a:r>
              <a:rPr lang="en-US" sz="2600" i="1" cap="none" spc="0" dirty="0">
                <a:solidFill>
                  <a:schemeClr val="bg1"/>
                </a:solidFill>
                <a:latin typeface="Times New Roman" panose="02020603050405020304" pitchFamily="18" charset="0"/>
                <a:cs typeface="Times New Roman" panose="02020603050405020304" pitchFamily="18" charset="0"/>
              </a:rPr>
              <a:t>:   The .</a:t>
            </a:r>
            <a:r>
              <a:rPr lang="en-US" sz="2600" i="1" cap="none" spc="0" dirty="0" err="1">
                <a:solidFill>
                  <a:schemeClr val="bg1"/>
                </a:solidFill>
                <a:latin typeface="Times New Roman" panose="02020603050405020304" pitchFamily="18" charset="0"/>
                <a:cs typeface="Times New Roman" panose="02020603050405020304" pitchFamily="18" charset="0"/>
              </a:rPr>
              <a:t>json</a:t>
            </a:r>
            <a:r>
              <a:rPr lang="en-US" sz="2600" i="1" cap="none" spc="0" dirty="0">
                <a:solidFill>
                  <a:schemeClr val="bg1"/>
                </a:solidFill>
                <a:latin typeface="Times New Roman" panose="02020603050405020304" pitchFamily="18" charset="0"/>
                <a:cs typeface="Times New Roman" panose="02020603050405020304" pitchFamily="18" charset="0"/>
              </a:rPr>
              <a:t> file of Ghost Repository.</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GhostClosedIssues.csv:     The .csv file of Ghost Repository.</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Duplicate issues.csv:         The .csv file containing all the issues containing 				     keyword “Duplicate”.</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Won’t fix_issues.csv:          The .csv file containing all the issues containing 				     keyword “Won’t fix”.</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Unique Contributors.csv:  The .csv file containing unique contributors' name.</a:t>
            </a:r>
          </a:p>
          <a:p>
            <a:pPr marL="514350" indent="-514350" algn="l">
              <a:lnSpc>
                <a:spcPct val="100000"/>
              </a:lnSpc>
              <a:buFont typeface="+mj-lt"/>
              <a:buAutoNum type="arabicPeriod"/>
            </a:pPr>
            <a:r>
              <a:rPr lang="en-US" sz="2600" i="1" cap="none" spc="0" dirty="0">
                <a:solidFill>
                  <a:schemeClr val="bg1"/>
                </a:solidFill>
                <a:latin typeface="Times New Roman" panose="02020603050405020304" pitchFamily="18" charset="0"/>
                <a:cs typeface="Times New Roman" panose="02020603050405020304" pitchFamily="18" charset="0"/>
              </a:rPr>
              <a:t>Matching_issues.csv:         The .csv file containing all the issues reporting 				     keyword “‘example, </a:t>
            </a:r>
            <a:r>
              <a:rPr lang="en-US" sz="2600" i="1" cap="none" spc="0" dirty="0" err="1">
                <a:solidFill>
                  <a:schemeClr val="bg1"/>
                </a:solidFill>
                <a:latin typeface="Times New Roman" panose="02020603050405020304" pitchFamily="18" charset="0"/>
                <a:cs typeface="Times New Roman" panose="02020603050405020304" pitchFamily="18" charset="0"/>
              </a:rPr>
              <a:t>examp</a:t>
            </a:r>
            <a:r>
              <a:rPr lang="en-US" sz="2600" i="1" cap="none" spc="0" dirty="0">
                <a:solidFill>
                  <a:schemeClr val="bg1"/>
                </a:solidFill>
                <a:latin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a16="http://schemas.microsoft.com/office/drawing/2014/main" id="{0E4EAD99-A45C-44E7-FEFD-AF267D1157D4}"/>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17</a:t>
            </a:fld>
            <a:endParaRPr lang="en-US" dirty="0"/>
          </a:p>
        </p:txBody>
      </p:sp>
    </p:spTree>
    <p:extLst>
      <p:ext uri="{BB962C8B-B14F-4D97-AF65-F5344CB8AC3E}">
        <p14:creationId xmlns:p14="http://schemas.microsoft.com/office/powerpoint/2010/main" val="87204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3" y="1821180"/>
            <a:ext cx="12191994" cy="3215641"/>
          </a:xfrm>
        </p:spPr>
        <p:txBody>
          <a:bodyPr anchor="ctr">
            <a:normAutofit/>
          </a:bodyPr>
          <a:lstStyle/>
          <a:p>
            <a:r>
              <a:rPr lang="en-US" dirty="0"/>
              <a:t>THANK YOU For Sticking Around till the end. </a:t>
            </a:r>
          </a:p>
        </p:txBody>
      </p:sp>
      <p:sp>
        <p:nvSpPr>
          <p:cNvPr id="32" name="Slide Number Placeholder 4" hidden="1">
            <a:extLst>
              <a:ext uri="{FF2B5EF4-FFF2-40B4-BE49-F238E27FC236}">
                <a16:creationId xmlns:a16="http://schemas.microsoft.com/office/drawing/2014/main" id="{389CD6CD-76B8-BB93-338E-76C964F399CA}"/>
              </a:ext>
            </a:extLst>
          </p:cNvPr>
          <p:cNvSpPr>
            <a:spLocks noGrp="1"/>
          </p:cNvSpPr>
          <p:nvPr>
            <p:ph type="sldNum" sz="quarter" idx="4294967295"/>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18</a:t>
            </a:fld>
            <a:endParaRPr lang="en-US"/>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ED9F204-F7E1-427D-BD66-B15F771777DB}">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2.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{9EF4FBC9-0074-4D46-9749-56C9ED9E4EFC}tf11936837_win32</Template>
  <TotalTime>2656</TotalTime>
  <Words>1354</Words>
  <Application>Microsoft Office PowerPoint</Application>
  <PresentationFormat>Widescreen</PresentationFormat>
  <Paragraphs>158</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Nova</vt:lpstr>
      <vt:lpstr>Biome</vt:lpstr>
      <vt:lpstr>Calibri</vt:lpstr>
      <vt:lpstr>Times New Roman</vt:lpstr>
      <vt:lpstr>Wingdings</vt:lpstr>
      <vt:lpstr>Custom</vt:lpstr>
      <vt:lpstr>PowerPoint Presentation</vt:lpstr>
      <vt:lpstr>Software requirement engineering</vt:lpstr>
      <vt:lpstr>Topics</vt:lpstr>
      <vt:lpstr>Basic STEPS</vt:lpstr>
      <vt:lpstr>Basic STEPS</vt:lpstr>
      <vt:lpstr>JSON fILE</vt:lpstr>
      <vt:lpstr>JSON fILE</vt:lpstr>
      <vt:lpstr>CSV File.</vt:lpstr>
      <vt:lpstr>CSV File.</vt:lpstr>
      <vt:lpstr>Classification</vt:lpstr>
      <vt:lpstr>Contributors -names </vt:lpstr>
      <vt:lpstr>Requirment-Management-Tool</vt:lpstr>
      <vt:lpstr>Requirment-Management-Tool</vt:lpstr>
      <vt:lpstr>Requirment-Management-Tool</vt:lpstr>
      <vt:lpstr>Requirment-Management-Techniques</vt:lpstr>
      <vt:lpstr>Requirment-Management-Techniques</vt:lpstr>
      <vt:lpstr>Extrs_(Read-me-slide)</vt:lpstr>
      <vt:lpstr>THANK YOU For Sticking Around till the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muther saeed</dc:creator>
  <cp:lastModifiedBy>muther saeed</cp:lastModifiedBy>
  <cp:revision>2</cp:revision>
  <dcterms:created xsi:type="dcterms:W3CDTF">2024-12-16T14:54:43Z</dcterms:created>
  <dcterms:modified xsi:type="dcterms:W3CDTF">2024-12-21T18:31:15Z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2024-12-16T17:45:46Z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c9e777ad-46ad-4314-a57d-ad782ee0b357</vt:lpwstr>
  </property>
  <property fmtid="{D5CDD505-2E9C-101B-9397-08002B2CF9AE}" pid="8" name="MSIP_Label_defa4170-0d19-0005-0004-bc88714345d2_ActionId">
    <vt:lpwstr>b10ef051-cbe6-44fe-aea2-6d92d268f966</vt:lpwstr>
  </property>
  <property fmtid="{D5CDD505-2E9C-101B-9397-08002B2CF9AE}" pid="9" name="MSIP_Label_defa4170-0d19-0005-0004-bc88714345d2_ContentBits">
    <vt:lpwstr>0</vt:lpwstr>
  </property>
</Properties>
</file>